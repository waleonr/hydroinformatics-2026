
<file path=[Content_Types].xml><?xml version="1.0" encoding="utf-8"?>
<Types xmlns="http://schemas.openxmlformats.org/package/2006/content-types">
  <Default Extension="fntdata" ContentType="application/x-fontdata"/>
  <Default Extension="odttf" ContentType="application/vnd.openxmlformats-officedocument.obfuscatedFont"/>
  <Default Extension="png" ContentType="image/png"/>
  <Default Extension="rels" ContentType="application/vnd.openxmlformats-package.relationships+xml"/>
  <Default Extension="xml" ContentType="application/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ppt/presentation.xml" ContentType="application/vnd.openxmlformats-officedocument.presentationml.presentation.main+xml"/>
  <Override PartName="/ppt/metadata" ContentType="application/binary"/>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custom-properties" Target="docProps/custom.xml"/><Relationship Id="rId2" Type="http://schemas.openxmlformats.org/officeDocument/2006/relationships/officeDocument" Target="ppt/presentation.xml"/><Relationship Id="rId1"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 id="2147483650" r:id="rId6"/>
    <p:sldMasterId id="2147483661" r:id="rId7"/>
  </p:sldMasterIdLst>
  <p:notesMasterIdLst>
    <p:notesMasterId r:id="rId8"/>
  </p:notesMasterIdLst>
  <p:sldIdLst>
    <p:sldId id="256" r:id="rId9"/>
    <p:sldId id="257" r:id="rId10"/>
    <p:sldId id="258" r:id="rId11"/>
    <p:sldId id="259" r:id="rId12"/>
    <p:sldId id="260" r:id="rId13"/>
    <p:sldId id="261" r:id="rId14"/>
    <p:sldId id="262" r:id="rId15"/>
    <p:sldId id="263" r:id="rId16"/>
  </p:sldIdLst>
  <p:sldSz cy="6858000" cx="9144000"/>
  <p:notesSz cx="6858000" cy="9144000"/>
  <p:embeddedFontLst>
    <p:embeddedFont>
      <p:font typeface="Tahoma"/>
      <p:regular r:id="rId17"/>
      <p:bold r:id="rId1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19" roundtripDataSignature="AMtx7mg8RzRU9auVE18w67QmzRU8T0F4w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F538297-E48B-47D5-AD5C-0F9D9889CEF8}">
  <a:tblStyle styleId="{5F538297-E48B-47D5-AD5C-0F9D9889CEF8}"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3" Type="http://schemas.openxmlformats.org/officeDocument/2006/relationships/slide" Target="slides/slide5.xml"/><Relationship Id="rId18" Type="http://schemas.openxmlformats.org/officeDocument/2006/relationships/font" Target="fonts/Tahoma-bold.fntdata"/><Relationship Id="rId8" Type="http://schemas.openxmlformats.org/officeDocument/2006/relationships/notesMaster" Target="notesMasters/notesMaster1.xml"/><Relationship Id="rId3" Type="http://schemas.openxmlformats.org/officeDocument/2006/relationships/presProps" Target="presProps.xml"/><Relationship Id="rId21" Type="http://schemas.openxmlformats.org/officeDocument/2006/relationships/customXml" Target="../customXml/item2.xml"/><Relationship Id="rId12" Type="http://schemas.openxmlformats.org/officeDocument/2006/relationships/slide" Target="slides/slide4.xml"/><Relationship Id="rId17" Type="http://schemas.openxmlformats.org/officeDocument/2006/relationships/font" Target="fonts/Tahoma-regular.fntdata"/><Relationship Id="rId7" Type="http://schemas.openxmlformats.org/officeDocument/2006/relationships/slideMaster" Target="slideMasters/slideMaster3.xml"/><Relationship Id="rId2" Type="http://schemas.openxmlformats.org/officeDocument/2006/relationships/viewProps" Target="viewProps.xml"/><Relationship Id="rId16" Type="http://schemas.openxmlformats.org/officeDocument/2006/relationships/slide" Target="slides/slide8.xml"/><Relationship Id="rId20" Type="http://schemas.openxmlformats.org/officeDocument/2006/relationships/customXml" Target="../customXml/item1.xml"/><Relationship Id="rId11" Type="http://schemas.openxmlformats.org/officeDocument/2006/relationships/slide" Target="slides/slide3.xml"/><Relationship Id="rId1" Type="http://schemas.openxmlformats.org/officeDocument/2006/relationships/theme" Target="theme/theme2.xml"/><Relationship Id="rId6" Type="http://schemas.openxmlformats.org/officeDocument/2006/relationships/slideMaster" Target="slideMasters/slideMaster2.xml"/><Relationship Id="rId15" Type="http://schemas.openxmlformats.org/officeDocument/2006/relationships/slide" Target="slides/slide7.xml"/><Relationship Id="rId5" Type="http://schemas.openxmlformats.org/officeDocument/2006/relationships/slideMaster" Target="slideMasters/slideMaster1.xml"/><Relationship Id="rId10" Type="http://schemas.openxmlformats.org/officeDocument/2006/relationships/slide" Target="slides/slide2.xml"/><Relationship Id="rId19" Type="http://customschemas.google.com/relationships/presentationmetadata" Target="metadata"/><Relationship Id="rId4" Type="http://schemas.openxmlformats.org/officeDocument/2006/relationships/tableStyles" Target="tableStyles.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seño personalizado">
  <p:cSld name="Diseño personalizado">
    <p:spTree>
      <p:nvGrpSpPr>
        <p:cNvPr id="9" name="Shape 9"/>
        <p:cNvGrpSpPr/>
        <p:nvPr/>
      </p:nvGrpSpPr>
      <p:grpSpPr>
        <a:xfrm>
          <a:off x="0" y="0"/>
          <a:ext cx="0" cy="0"/>
          <a:chOff x="0" y="0"/>
          <a:chExt cx="0" cy="0"/>
        </a:xfrm>
      </p:grpSpPr>
      <p:sp>
        <p:nvSpPr>
          <p:cNvPr id="10" name="Google Shape;10;p10"/>
          <p:cNvSpPr txBox="1"/>
          <p:nvPr>
            <p:ph type="title"/>
          </p:nvPr>
        </p:nvSpPr>
        <p:spPr>
          <a:xfrm>
            <a:off x="457200" y="292100"/>
            <a:ext cx="8229600" cy="13843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 name="Google Shape;11;p10"/>
          <p:cNvSpPr txBox="1"/>
          <p:nvPr>
            <p:ph idx="12" type="sldNum"/>
          </p:nvPr>
        </p:nvSpPr>
        <p:spPr>
          <a:xfrm>
            <a:off x="6553200" y="6245225"/>
            <a:ext cx="2133600" cy="47625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lt1"/>
              </a:buClr>
              <a:buSzPts val="1400"/>
              <a:buFont typeface="Arial"/>
              <a:buNone/>
              <a:defRPr b="0" i="0" sz="1400" u="none" cap="none" strike="noStrike">
                <a:solidFill>
                  <a:schemeClr val="lt1"/>
                </a:solidFill>
                <a:latin typeface="Arial"/>
                <a:ea typeface="Arial"/>
                <a:cs typeface="Arial"/>
                <a:sym typeface="Arial"/>
              </a:defRPr>
            </a:lvl1pPr>
            <a:lvl2pPr indent="0" lvl="1" marL="0" marR="0" algn="r">
              <a:lnSpc>
                <a:spcPct val="100000"/>
              </a:lnSpc>
              <a:spcBef>
                <a:spcPts val="0"/>
              </a:spcBef>
              <a:spcAft>
                <a:spcPts val="0"/>
              </a:spcAft>
              <a:buClr>
                <a:schemeClr val="lt1"/>
              </a:buClr>
              <a:buSzPts val="1400"/>
              <a:buFont typeface="Arial"/>
              <a:buNone/>
              <a:defRPr b="0" i="0" sz="1400" u="none" cap="none" strike="noStrike">
                <a:solidFill>
                  <a:schemeClr val="lt1"/>
                </a:solidFill>
                <a:latin typeface="Arial"/>
                <a:ea typeface="Arial"/>
                <a:cs typeface="Arial"/>
                <a:sym typeface="Arial"/>
              </a:defRPr>
            </a:lvl2pPr>
            <a:lvl3pPr indent="0" lvl="2" marL="0" marR="0" algn="r">
              <a:lnSpc>
                <a:spcPct val="100000"/>
              </a:lnSpc>
              <a:spcBef>
                <a:spcPts val="0"/>
              </a:spcBef>
              <a:spcAft>
                <a:spcPts val="0"/>
              </a:spcAft>
              <a:buClr>
                <a:schemeClr val="lt1"/>
              </a:buClr>
              <a:buSzPts val="1400"/>
              <a:buFont typeface="Arial"/>
              <a:buNone/>
              <a:defRPr b="0" i="0" sz="1400" u="none" cap="none" strike="noStrike">
                <a:solidFill>
                  <a:schemeClr val="lt1"/>
                </a:solidFill>
                <a:latin typeface="Arial"/>
                <a:ea typeface="Arial"/>
                <a:cs typeface="Arial"/>
                <a:sym typeface="Arial"/>
              </a:defRPr>
            </a:lvl3pPr>
            <a:lvl4pPr indent="0" lvl="3" marL="0" marR="0" algn="r">
              <a:lnSpc>
                <a:spcPct val="100000"/>
              </a:lnSpc>
              <a:spcBef>
                <a:spcPts val="0"/>
              </a:spcBef>
              <a:spcAft>
                <a:spcPts val="0"/>
              </a:spcAft>
              <a:buClr>
                <a:schemeClr val="lt1"/>
              </a:buClr>
              <a:buSzPts val="1400"/>
              <a:buFont typeface="Arial"/>
              <a:buNone/>
              <a:defRPr b="0" i="0" sz="1400" u="none" cap="none" strike="noStrike">
                <a:solidFill>
                  <a:schemeClr val="lt1"/>
                </a:solidFill>
                <a:latin typeface="Arial"/>
                <a:ea typeface="Arial"/>
                <a:cs typeface="Arial"/>
                <a:sym typeface="Arial"/>
              </a:defRPr>
            </a:lvl4pPr>
            <a:lvl5pPr indent="0" lvl="4" marL="0" marR="0" algn="r">
              <a:lnSpc>
                <a:spcPct val="100000"/>
              </a:lnSpc>
              <a:spcBef>
                <a:spcPts val="0"/>
              </a:spcBef>
              <a:spcAft>
                <a:spcPts val="0"/>
              </a:spcAft>
              <a:buClr>
                <a:schemeClr val="lt1"/>
              </a:buClr>
              <a:buSzPts val="1400"/>
              <a:buFont typeface="Arial"/>
              <a:buNone/>
              <a:defRPr b="0" i="0" sz="1400" u="none" cap="none" strike="noStrike">
                <a:solidFill>
                  <a:schemeClr val="lt1"/>
                </a:solidFill>
                <a:latin typeface="Arial"/>
                <a:ea typeface="Arial"/>
                <a:cs typeface="Arial"/>
                <a:sym typeface="Arial"/>
              </a:defRPr>
            </a:lvl5pPr>
            <a:lvl6pPr indent="0" lvl="5" marL="0" marR="0" algn="r">
              <a:lnSpc>
                <a:spcPct val="100000"/>
              </a:lnSpc>
              <a:spcBef>
                <a:spcPts val="0"/>
              </a:spcBef>
              <a:spcAft>
                <a:spcPts val="0"/>
              </a:spcAft>
              <a:buClr>
                <a:schemeClr val="lt1"/>
              </a:buClr>
              <a:buSzPts val="1400"/>
              <a:buFont typeface="Arial"/>
              <a:buNone/>
              <a:defRPr b="0" i="0" sz="1400" u="none" cap="none" strike="noStrike">
                <a:solidFill>
                  <a:schemeClr val="lt1"/>
                </a:solidFill>
                <a:latin typeface="Arial"/>
                <a:ea typeface="Arial"/>
                <a:cs typeface="Arial"/>
                <a:sym typeface="Arial"/>
              </a:defRPr>
            </a:lvl6pPr>
            <a:lvl7pPr indent="0" lvl="6" marL="0" marR="0" algn="r">
              <a:lnSpc>
                <a:spcPct val="100000"/>
              </a:lnSpc>
              <a:spcBef>
                <a:spcPts val="0"/>
              </a:spcBef>
              <a:spcAft>
                <a:spcPts val="0"/>
              </a:spcAft>
              <a:buClr>
                <a:schemeClr val="lt1"/>
              </a:buClr>
              <a:buSzPts val="1400"/>
              <a:buFont typeface="Arial"/>
              <a:buNone/>
              <a:defRPr b="0" i="0" sz="1400" u="none" cap="none" strike="noStrike">
                <a:solidFill>
                  <a:schemeClr val="lt1"/>
                </a:solidFill>
                <a:latin typeface="Arial"/>
                <a:ea typeface="Arial"/>
                <a:cs typeface="Arial"/>
                <a:sym typeface="Arial"/>
              </a:defRPr>
            </a:lvl7pPr>
            <a:lvl8pPr indent="0" lvl="7" marL="0" marR="0" algn="r">
              <a:lnSpc>
                <a:spcPct val="100000"/>
              </a:lnSpc>
              <a:spcBef>
                <a:spcPts val="0"/>
              </a:spcBef>
              <a:spcAft>
                <a:spcPts val="0"/>
              </a:spcAft>
              <a:buClr>
                <a:schemeClr val="lt1"/>
              </a:buClr>
              <a:buSzPts val="1400"/>
              <a:buFont typeface="Arial"/>
              <a:buNone/>
              <a:defRPr b="0" i="0" sz="1400" u="none" cap="none" strike="noStrike">
                <a:solidFill>
                  <a:schemeClr val="lt1"/>
                </a:solidFill>
                <a:latin typeface="Arial"/>
                <a:ea typeface="Arial"/>
                <a:cs typeface="Arial"/>
                <a:sym typeface="Arial"/>
              </a:defRPr>
            </a:lvl8pPr>
            <a:lvl9pPr indent="0" lvl="8" marL="0" marR="0" algn="r">
              <a:lnSpc>
                <a:spcPct val="100000"/>
              </a:lnSpc>
              <a:spcBef>
                <a:spcPts val="0"/>
              </a:spcBef>
              <a:spcAft>
                <a:spcPts val="0"/>
              </a:spcAft>
              <a:buClr>
                <a:schemeClr val="lt1"/>
              </a:buClr>
              <a:buSzPts val="1400"/>
              <a:buFont typeface="Arial"/>
              <a:buNone/>
              <a:defRPr b="0" i="0" sz="14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18" name="Shape 18"/>
        <p:cNvGrpSpPr/>
        <p:nvPr/>
      </p:nvGrpSpPr>
      <p:grpSpPr>
        <a:xfrm>
          <a:off x="0" y="0"/>
          <a:ext cx="0" cy="0"/>
          <a:chOff x="0" y="0"/>
          <a:chExt cx="0" cy="0"/>
        </a:xfrm>
      </p:grpSpPr>
      <p:sp>
        <p:nvSpPr>
          <p:cNvPr id="19" name="Google Shape;19;p12"/>
          <p:cNvSpPr txBox="1"/>
          <p:nvPr>
            <p:ph idx="10" type="dt"/>
          </p:nvPr>
        </p:nvSpPr>
        <p:spPr>
          <a:xfrm>
            <a:off x="457200" y="6245225"/>
            <a:ext cx="2133600" cy="47625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12"/>
          <p:cNvSpPr txBox="1"/>
          <p:nvPr>
            <p:ph idx="11" type="ftr"/>
          </p:nvPr>
        </p:nvSpPr>
        <p:spPr>
          <a:xfrm>
            <a:off x="3124200" y="6245225"/>
            <a:ext cx="2895600" cy="47625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12"/>
          <p:cNvSpPr txBox="1"/>
          <p:nvPr>
            <p:ph idx="12" type="sldNum"/>
          </p:nvPr>
        </p:nvSpPr>
        <p:spPr>
          <a:xfrm>
            <a:off x="6553200" y="6245225"/>
            <a:ext cx="2133600" cy="47625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lt1"/>
              </a:buClr>
              <a:buSzPts val="1400"/>
              <a:buFont typeface="Arial"/>
              <a:buNone/>
              <a:defRPr b="0" i="0" sz="1400" u="none" cap="none" strike="noStrike">
                <a:solidFill>
                  <a:schemeClr val="lt1"/>
                </a:solidFill>
                <a:latin typeface="Arial"/>
                <a:ea typeface="Arial"/>
                <a:cs typeface="Arial"/>
                <a:sym typeface="Arial"/>
              </a:defRPr>
            </a:lvl1pPr>
            <a:lvl2pPr indent="0" lvl="1" marL="0" marR="0" algn="r">
              <a:lnSpc>
                <a:spcPct val="100000"/>
              </a:lnSpc>
              <a:spcBef>
                <a:spcPts val="0"/>
              </a:spcBef>
              <a:spcAft>
                <a:spcPts val="0"/>
              </a:spcAft>
              <a:buClr>
                <a:schemeClr val="lt1"/>
              </a:buClr>
              <a:buSzPts val="1400"/>
              <a:buFont typeface="Arial"/>
              <a:buNone/>
              <a:defRPr b="0" i="0" sz="1400" u="none" cap="none" strike="noStrike">
                <a:solidFill>
                  <a:schemeClr val="lt1"/>
                </a:solidFill>
                <a:latin typeface="Arial"/>
                <a:ea typeface="Arial"/>
                <a:cs typeface="Arial"/>
                <a:sym typeface="Arial"/>
              </a:defRPr>
            </a:lvl2pPr>
            <a:lvl3pPr indent="0" lvl="2" marL="0" marR="0" algn="r">
              <a:lnSpc>
                <a:spcPct val="100000"/>
              </a:lnSpc>
              <a:spcBef>
                <a:spcPts val="0"/>
              </a:spcBef>
              <a:spcAft>
                <a:spcPts val="0"/>
              </a:spcAft>
              <a:buClr>
                <a:schemeClr val="lt1"/>
              </a:buClr>
              <a:buSzPts val="1400"/>
              <a:buFont typeface="Arial"/>
              <a:buNone/>
              <a:defRPr b="0" i="0" sz="1400" u="none" cap="none" strike="noStrike">
                <a:solidFill>
                  <a:schemeClr val="lt1"/>
                </a:solidFill>
                <a:latin typeface="Arial"/>
                <a:ea typeface="Arial"/>
                <a:cs typeface="Arial"/>
                <a:sym typeface="Arial"/>
              </a:defRPr>
            </a:lvl3pPr>
            <a:lvl4pPr indent="0" lvl="3" marL="0" marR="0" algn="r">
              <a:lnSpc>
                <a:spcPct val="100000"/>
              </a:lnSpc>
              <a:spcBef>
                <a:spcPts val="0"/>
              </a:spcBef>
              <a:spcAft>
                <a:spcPts val="0"/>
              </a:spcAft>
              <a:buClr>
                <a:schemeClr val="lt1"/>
              </a:buClr>
              <a:buSzPts val="1400"/>
              <a:buFont typeface="Arial"/>
              <a:buNone/>
              <a:defRPr b="0" i="0" sz="1400" u="none" cap="none" strike="noStrike">
                <a:solidFill>
                  <a:schemeClr val="lt1"/>
                </a:solidFill>
                <a:latin typeface="Arial"/>
                <a:ea typeface="Arial"/>
                <a:cs typeface="Arial"/>
                <a:sym typeface="Arial"/>
              </a:defRPr>
            </a:lvl4pPr>
            <a:lvl5pPr indent="0" lvl="4" marL="0" marR="0" algn="r">
              <a:lnSpc>
                <a:spcPct val="100000"/>
              </a:lnSpc>
              <a:spcBef>
                <a:spcPts val="0"/>
              </a:spcBef>
              <a:spcAft>
                <a:spcPts val="0"/>
              </a:spcAft>
              <a:buClr>
                <a:schemeClr val="lt1"/>
              </a:buClr>
              <a:buSzPts val="1400"/>
              <a:buFont typeface="Arial"/>
              <a:buNone/>
              <a:defRPr b="0" i="0" sz="1400" u="none" cap="none" strike="noStrike">
                <a:solidFill>
                  <a:schemeClr val="lt1"/>
                </a:solidFill>
                <a:latin typeface="Arial"/>
                <a:ea typeface="Arial"/>
                <a:cs typeface="Arial"/>
                <a:sym typeface="Arial"/>
              </a:defRPr>
            </a:lvl5pPr>
            <a:lvl6pPr indent="0" lvl="5" marL="0" marR="0" algn="r">
              <a:lnSpc>
                <a:spcPct val="100000"/>
              </a:lnSpc>
              <a:spcBef>
                <a:spcPts val="0"/>
              </a:spcBef>
              <a:spcAft>
                <a:spcPts val="0"/>
              </a:spcAft>
              <a:buClr>
                <a:schemeClr val="lt1"/>
              </a:buClr>
              <a:buSzPts val="1400"/>
              <a:buFont typeface="Arial"/>
              <a:buNone/>
              <a:defRPr b="0" i="0" sz="1400" u="none" cap="none" strike="noStrike">
                <a:solidFill>
                  <a:schemeClr val="lt1"/>
                </a:solidFill>
                <a:latin typeface="Arial"/>
                <a:ea typeface="Arial"/>
                <a:cs typeface="Arial"/>
                <a:sym typeface="Arial"/>
              </a:defRPr>
            </a:lvl6pPr>
            <a:lvl7pPr indent="0" lvl="6" marL="0" marR="0" algn="r">
              <a:lnSpc>
                <a:spcPct val="100000"/>
              </a:lnSpc>
              <a:spcBef>
                <a:spcPts val="0"/>
              </a:spcBef>
              <a:spcAft>
                <a:spcPts val="0"/>
              </a:spcAft>
              <a:buClr>
                <a:schemeClr val="lt1"/>
              </a:buClr>
              <a:buSzPts val="1400"/>
              <a:buFont typeface="Arial"/>
              <a:buNone/>
              <a:defRPr b="0" i="0" sz="1400" u="none" cap="none" strike="noStrike">
                <a:solidFill>
                  <a:schemeClr val="lt1"/>
                </a:solidFill>
                <a:latin typeface="Arial"/>
                <a:ea typeface="Arial"/>
                <a:cs typeface="Arial"/>
                <a:sym typeface="Arial"/>
              </a:defRPr>
            </a:lvl7pPr>
            <a:lvl8pPr indent="0" lvl="7" marL="0" marR="0" algn="r">
              <a:lnSpc>
                <a:spcPct val="100000"/>
              </a:lnSpc>
              <a:spcBef>
                <a:spcPts val="0"/>
              </a:spcBef>
              <a:spcAft>
                <a:spcPts val="0"/>
              </a:spcAft>
              <a:buClr>
                <a:schemeClr val="lt1"/>
              </a:buClr>
              <a:buSzPts val="1400"/>
              <a:buFont typeface="Arial"/>
              <a:buNone/>
              <a:defRPr b="0" i="0" sz="1400" u="none" cap="none" strike="noStrike">
                <a:solidFill>
                  <a:schemeClr val="lt1"/>
                </a:solidFill>
                <a:latin typeface="Arial"/>
                <a:ea typeface="Arial"/>
                <a:cs typeface="Arial"/>
                <a:sym typeface="Arial"/>
              </a:defRPr>
            </a:lvl8pPr>
            <a:lvl9pPr indent="0" lvl="8" marL="0" marR="0" algn="r">
              <a:lnSpc>
                <a:spcPct val="100000"/>
              </a:lnSpc>
              <a:spcBef>
                <a:spcPts val="0"/>
              </a:spcBef>
              <a:spcAft>
                <a:spcPts val="0"/>
              </a:spcAft>
              <a:buClr>
                <a:schemeClr val="lt1"/>
              </a:buClr>
              <a:buSzPts val="1400"/>
              <a:buFont typeface="Arial"/>
              <a:buNone/>
              <a:defRPr b="0" i="0" sz="14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22" name="Shape 22"/>
        <p:cNvGrpSpPr/>
        <p:nvPr/>
      </p:nvGrpSpPr>
      <p:grpSpPr>
        <a:xfrm>
          <a:off x="0" y="0"/>
          <a:ext cx="0" cy="0"/>
          <a:chOff x="0" y="0"/>
          <a:chExt cx="0" cy="0"/>
        </a:xfrm>
      </p:grpSpPr>
      <p:sp>
        <p:nvSpPr>
          <p:cNvPr id="23" name="Google Shape;23;p13"/>
          <p:cNvSpPr txBox="1"/>
          <p:nvPr>
            <p:ph type="title"/>
          </p:nvPr>
        </p:nvSpPr>
        <p:spPr>
          <a:xfrm>
            <a:off x="457200" y="292100"/>
            <a:ext cx="8229600" cy="13843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13"/>
          <p:cNvSpPr txBox="1"/>
          <p:nvPr>
            <p:ph idx="1" type="body"/>
          </p:nvPr>
        </p:nvSpPr>
        <p:spPr>
          <a:xfrm>
            <a:off x="457200" y="1905000"/>
            <a:ext cx="8229600" cy="4114800"/>
          </a:xfrm>
          <a:prstGeom prst="rect">
            <a:avLst/>
          </a:prstGeom>
          <a:noFill/>
          <a:ln>
            <a:noFill/>
          </a:ln>
        </p:spPr>
        <p:txBody>
          <a:bodyPr anchorCtr="0" anchor="t" bIns="45700" lIns="91425" spcFirstLastPara="1" rIns="91425" wrap="square" tIns="45700">
            <a:noAutofit/>
          </a:bodyPr>
          <a:lstStyle>
            <a:lvl1pPr indent="-365760" lvl="0" marL="457200" algn="l">
              <a:spcBef>
                <a:spcPts val="360"/>
              </a:spcBef>
              <a:spcAft>
                <a:spcPts val="0"/>
              </a:spcAft>
              <a:buSzPts val="2160"/>
              <a:buChar char="•"/>
              <a:defRPr/>
            </a:lvl1pPr>
            <a:lvl2pPr indent="-342900" lvl="1" marL="914400" algn="l">
              <a:spcBef>
                <a:spcPts val="360"/>
              </a:spcBef>
              <a:spcAft>
                <a:spcPts val="0"/>
              </a:spcAft>
              <a:buClr>
                <a:schemeClr val="lt1"/>
              </a:buClr>
              <a:buSzPts val="1800"/>
              <a:buChar char="–"/>
              <a:defRPr/>
            </a:lvl2pPr>
            <a:lvl3pPr indent="-365760" lvl="2" marL="1371600" algn="l">
              <a:spcBef>
                <a:spcPts val="360"/>
              </a:spcBef>
              <a:spcAft>
                <a:spcPts val="0"/>
              </a:spcAft>
              <a:buSzPts val="2160"/>
              <a:buChar char="•"/>
              <a:defRPr/>
            </a:lvl3pPr>
            <a:lvl4pPr indent="-342900" lvl="3" marL="1828800" algn="l">
              <a:spcBef>
                <a:spcPts val="360"/>
              </a:spcBef>
              <a:spcAft>
                <a:spcPts val="0"/>
              </a:spcAft>
              <a:buClr>
                <a:schemeClr val="lt1"/>
              </a:buClr>
              <a:buSzPts val="1800"/>
              <a:buChar char="–"/>
              <a:defRPr/>
            </a:lvl4pPr>
            <a:lvl5pPr indent="-320039" lvl="4" marL="2286000" algn="l">
              <a:spcBef>
                <a:spcPts val="360"/>
              </a:spcBef>
              <a:spcAft>
                <a:spcPts val="0"/>
              </a:spcAft>
              <a:buSzPts val="144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25" name="Google Shape;25;p13"/>
          <p:cNvSpPr txBox="1"/>
          <p:nvPr>
            <p:ph idx="10" type="dt"/>
          </p:nvPr>
        </p:nvSpPr>
        <p:spPr>
          <a:xfrm>
            <a:off x="457200" y="6245225"/>
            <a:ext cx="2133600" cy="47625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13"/>
          <p:cNvSpPr txBox="1"/>
          <p:nvPr>
            <p:ph idx="11" type="ftr"/>
          </p:nvPr>
        </p:nvSpPr>
        <p:spPr>
          <a:xfrm>
            <a:off x="3124200" y="6245225"/>
            <a:ext cx="2895600" cy="47625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13"/>
          <p:cNvSpPr txBox="1"/>
          <p:nvPr>
            <p:ph idx="12" type="sldNum"/>
          </p:nvPr>
        </p:nvSpPr>
        <p:spPr>
          <a:xfrm>
            <a:off x="6553200" y="6245225"/>
            <a:ext cx="2133600" cy="47625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1pPr>
            <a:lvl2pPr indent="0" lvl="1"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2pPr>
            <a:lvl3pPr indent="0" lvl="2"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3pPr>
            <a:lvl4pPr indent="0" lvl="3"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4pPr>
            <a:lvl5pPr indent="0" lvl="4"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5pPr>
            <a:lvl6pPr indent="0" lvl="5"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6pPr>
            <a:lvl7pPr indent="0" lvl="6"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7pPr>
            <a:lvl8pPr indent="0" lvl="7"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8pPr>
            <a:lvl9pPr indent="0" lvl="8"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28" name="Shape 28"/>
        <p:cNvGrpSpPr/>
        <p:nvPr/>
      </p:nvGrpSpPr>
      <p:grpSpPr>
        <a:xfrm>
          <a:off x="0" y="0"/>
          <a:ext cx="0" cy="0"/>
          <a:chOff x="0" y="0"/>
          <a:chExt cx="0" cy="0"/>
        </a:xfrm>
      </p:grpSpPr>
      <p:sp>
        <p:nvSpPr>
          <p:cNvPr id="29" name="Google Shape;29;p14"/>
          <p:cNvSpPr txBox="1"/>
          <p:nvPr>
            <p:ph type="title"/>
          </p:nvPr>
        </p:nvSpPr>
        <p:spPr>
          <a:xfrm rot="5400000">
            <a:off x="4794250" y="2127250"/>
            <a:ext cx="5727700" cy="2057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14"/>
          <p:cNvSpPr txBox="1"/>
          <p:nvPr>
            <p:ph idx="1" type="body"/>
          </p:nvPr>
        </p:nvSpPr>
        <p:spPr>
          <a:xfrm rot="5400000">
            <a:off x="603250" y="146050"/>
            <a:ext cx="5727700" cy="6019800"/>
          </a:xfrm>
          <a:prstGeom prst="rect">
            <a:avLst/>
          </a:prstGeom>
          <a:noFill/>
          <a:ln>
            <a:noFill/>
          </a:ln>
        </p:spPr>
        <p:txBody>
          <a:bodyPr anchorCtr="0" anchor="t" bIns="45700" lIns="91425" spcFirstLastPara="1" rIns="91425" wrap="square" tIns="45700">
            <a:noAutofit/>
          </a:bodyPr>
          <a:lstStyle>
            <a:lvl1pPr indent="-365760" lvl="0" marL="457200" algn="l">
              <a:spcBef>
                <a:spcPts val="360"/>
              </a:spcBef>
              <a:spcAft>
                <a:spcPts val="0"/>
              </a:spcAft>
              <a:buSzPts val="2160"/>
              <a:buChar char="•"/>
              <a:defRPr/>
            </a:lvl1pPr>
            <a:lvl2pPr indent="-342900" lvl="1" marL="914400" algn="l">
              <a:spcBef>
                <a:spcPts val="360"/>
              </a:spcBef>
              <a:spcAft>
                <a:spcPts val="0"/>
              </a:spcAft>
              <a:buClr>
                <a:schemeClr val="lt1"/>
              </a:buClr>
              <a:buSzPts val="1800"/>
              <a:buChar char="–"/>
              <a:defRPr/>
            </a:lvl2pPr>
            <a:lvl3pPr indent="-365760" lvl="2" marL="1371600" algn="l">
              <a:spcBef>
                <a:spcPts val="360"/>
              </a:spcBef>
              <a:spcAft>
                <a:spcPts val="0"/>
              </a:spcAft>
              <a:buSzPts val="2160"/>
              <a:buChar char="•"/>
              <a:defRPr/>
            </a:lvl3pPr>
            <a:lvl4pPr indent="-342900" lvl="3" marL="1828800" algn="l">
              <a:spcBef>
                <a:spcPts val="360"/>
              </a:spcBef>
              <a:spcAft>
                <a:spcPts val="0"/>
              </a:spcAft>
              <a:buClr>
                <a:schemeClr val="lt1"/>
              </a:buClr>
              <a:buSzPts val="1800"/>
              <a:buChar char="–"/>
              <a:defRPr/>
            </a:lvl4pPr>
            <a:lvl5pPr indent="-320039" lvl="4" marL="2286000" algn="l">
              <a:spcBef>
                <a:spcPts val="360"/>
              </a:spcBef>
              <a:spcAft>
                <a:spcPts val="0"/>
              </a:spcAft>
              <a:buSzPts val="144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31" name="Google Shape;31;p14"/>
          <p:cNvSpPr txBox="1"/>
          <p:nvPr>
            <p:ph idx="10" type="dt"/>
          </p:nvPr>
        </p:nvSpPr>
        <p:spPr>
          <a:xfrm>
            <a:off x="457200" y="6245225"/>
            <a:ext cx="2133600" cy="47625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14"/>
          <p:cNvSpPr txBox="1"/>
          <p:nvPr>
            <p:ph idx="11" type="ftr"/>
          </p:nvPr>
        </p:nvSpPr>
        <p:spPr>
          <a:xfrm>
            <a:off x="3124200" y="6245225"/>
            <a:ext cx="2895600" cy="47625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14"/>
          <p:cNvSpPr txBox="1"/>
          <p:nvPr>
            <p:ph idx="12" type="sldNum"/>
          </p:nvPr>
        </p:nvSpPr>
        <p:spPr>
          <a:xfrm>
            <a:off x="6553200" y="6245225"/>
            <a:ext cx="2133600" cy="47625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1pPr>
            <a:lvl2pPr indent="0" lvl="1"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2pPr>
            <a:lvl3pPr indent="0" lvl="2"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3pPr>
            <a:lvl4pPr indent="0" lvl="3"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4pPr>
            <a:lvl5pPr indent="0" lvl="4"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5pPr>
            <a:lvl6pPr indent="0" lvl="5"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6pPr>
            <a:lvl7pPr indent="0" lvl="6"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7pPr>
            <a:lvl8pPr indent="0" lvl="7"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8pPr>
            <a:lvl9pPr indent="0" lvl="8"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34" name="Shape 34"/>
        <p:cNvGrpSpPr/>
        <p:nvPr/>
      </p:nvGrpSpPr>
      <p:grpSpPr>
        <a:xfrm>
          <a:off x="0" y="0"/>
          <a:ext cx="0" cy="0"/>
          <a:chOff x="0" y="0"/>
          <a:chExt cx="0" cy="0"/>
        </a:xfrm>
      </p:grpSpPr>
      <p:sp>
        <p:nvSpPr>
          <p:cNvPr id="35" name="Google Shape;35;p15"/>
          <p:cNvSpPr txBox="1"/>
          <p:nvPr>
            <p:ph type="title"/>
          </p:nvPr>
        </p:nvSpPr>
        <p:spPr>
          <a:xfrm>
            <a:off x="457200" y="292100"/>
            <a:ext cx="8229600" cy="13843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15"/>
          <p:cNvSpPr txBox="1"/>
          <p:nvPr>
            <p:ph idx="1" type="body"/>
          </p:nvPr>
        </p:nvSpPr>
        <p:spPr>
          <a:xfrm rot="5400000">
            <a:off x="2514600" y="-152400"/>
            <a:ext cx="4114800" cy="8229600"/>
          </a:xfrm>
          <a:prstGeom prst="rect">
            <a:avLst/>
          </a:prstGeom>
          <a:noFill/>
          <a:ln>
            <a:noFill/>
          </a:ln>
        </p:spPr>
        <p:txBody>
          <a:bodyPr anchorCtr="0" anchor="t" bIns="45700" lIns="91425" spcFirstLastPara="1" rIns="91425" wrap="square" tIns="45700">
            <a:noAutofit/>
          </a:bodyPr>
          <a:lstStyle>
            <a:lvl1pPr indent="-365760" lvl="0" marL="457200" algn="l">
              <a:spcBef>
                <a:spcPts val="360"/>
              </a:spcBef>
              <a:spcAft>
                <a:spcPts val="0"/>
              </a:spcAft>
              <a:buSzPts val="2160"/>
              <a:buChar char="•"/>
              <a:defRPr/>
            </a:lvl1pPr>
            <a:lvl2pPr indent="-342900" lvl="1" marL="914400" algn="l">
              <a:spcBef>
                <a:spcPts val="360"/>
              </a:spcBef>
              <a:spcAft>
                <a:spcPts val="0"/>
              </a:spcAft>
              <a:buClr>
                <a:schemeClr val="lt1"/>
              </a:buClr>
              <a:buSzPts val="1800"/>
              <a:buChar char="–"/>
              <a:defRPr/>
            </a:lvl2pPr>
            <a:lvl3pPr indent="-365760" lvl="2" marL="1371600" algn="l">
              <a:spcBef>
                <a:spcPts val="360"/>
              </a:spcBef>
              <a:spcAft>
                <a:spcPts val="0"/>
              </a:spcAft>
              <a:buSzPts val="2160"/>
              <a:buChar char="•"/>
              <a:defRPr/>
            </a:lvl3pPr>
            <a:lvl4pPr indent="-342900" lvl="3" marL="1828800" algn="l">
              <a:spcBef>
                <a:spcPts val="360"/>
              </a:spcBef>
              <a:spcAft>
                <a:spcPts val="0"/>
              </a:spcAft>
              <a:buClr>
                <a:schemeClr val="lt1"/>
              </a:buClr>
              <a:buSzPts val="1800"/>
              <a:buChar char="–"/>
              <a:defRPr/>
            </a:lvl4pPr>
            <a:lvl5pPr indent="-320039" lvl="4" marL="2286000" algn="l">
              <a:spcBef>
                <a:spcPts val="360"/>
              </a:spcBef>
              <a:spcAft>
                <a:spcPts val="0"/>
              </a:spcAft>
              <a:buSzPts val="144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37" name="Google Shape;37;p15"/>
          <p:cNvSpPr txBox="1"/>
          <p:nvPr>
            <p:ph idx="10" type="dt"/>
          </p:nvPr>
        </p:nvSpPr>
        <p:spPr>
          <a:xfrm>
            <a:off x="457200" y="6245225"/>
            <a:ext cx="2133600" cy="47625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15"/>
          <p:cNvSpPr txBox="1"/>
          <p:nvPr>
            <p:ph idx="11" type="ftr"/>
          </p:nvPr>
        </p:nvSpPr>
        <p:spPr>
          <a:xfrm>
            <a:off x="3124200" y="6245225"/>
            <a:ext cx="2895600" cy="47625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15"/>
          <p:cNvSpPr txBox="1"/>
          <p:nvPr>
            <p:ph idx="12" type="sldNum"/>
          </p:nvPr>
        </p:nvSpPr>
        <p:spPr>
          <a:xfrm>
            <a:off x="6553200" y="6245225"/>
            <a:ext cx="2133600" cy="47625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1pPr>
            <a:lvl2pPr indent="0" lvl="1"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2pPr>
            <a:lvl3pPr indent="0" lvl="2"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3pPr>
            <a:lvl4pPr indent="0" lvl="3"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4pPr>
            <a:lvl5pPr indent="0" lvl="4"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5pPr>
            <a:lvl6pPr indent="0" lvl="5"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6pPr>
            <a:lvl7pPr indent="0" lvl="6"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7pPr>
            <a:lvl8pPr indent="0" lvl="7"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8pPr>
            <a:lvl9pPr indent="0" lvl="8"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type="picTx">
  <p:cSld name="PICTURE_WITH_CAPTION_TEXT">
    <p:spTree>
      <p:nvGrpSpPr>
        <p:cNvPr id="40" name="Shape 40"/>
        <p:cNvGrpSpPr/>
        <p:nvPr/>
      </p:nvGrpSpPr>
      <p:grpSpPr>
        <a:xfrm>
          <a:off x="0" y="0"/>
          <a:ext cx="0" cy="0"/>
          <a:chOff x="0" y="0"/>
          <a:chExt cx="0" cy="0"/>
        </a:xfrm>
      </p:grpSpPr>
      <p:sp>
        <p:nvSpPr>
          <p:cNvPr id="41" name="Google Shape;41;p16"/>
          <p:cNvSpPr txBox="1"/>
          <p:nvPr>
            <p:ph type="title"/>
          </p:nvPr>
        </p:nvSpPr>
        <p:spPr>
          <a:xfrm>
            <a:off x="630238" y="457200"/>
            <a:ext cx="2949575" cy="16002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sz="3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16"/>
          <p:cNvSpPr/>
          <p:nvPr>
            <p:ph idx="2" type="pic"/>
          </p:nvPr>
        </p:nvSpPr>
        <p:spPr>
          <a:xfrm>
            <a:off x="3887788" y="987425"/>
            <a:ext cx="4629150" cy="4873625"/>
          </a:xfrm>
          <a:prstGeom prst="rect">
            <a:avLst/>
          </a:prstGeom>
          <a:noFill/>
          <a:ln>
            <a:noFill/>
          </a:ln>
        </p:spPr>
      </p:sp>
      <p:sp>
        <p:nvSpPr>
          <p:cNvPr id="43" name="Google Shape;43;p16"/>
          <p:cNvSpPr txBox="1"/>
          <p:nvPr>
            <p:ph idx="1" type="body"/>
          </p:nvPr>
        </p:nvSpPr>
        <p:spPr>
          <a:xfrm>
            <a:off x="630238" y="2057400"/>
            <a:ext cx="2949575" cy="3811588"/>
          </a:xfrm>
          <a:prstGeom prst="rect">
            <a:avLst/>
          </a:prstGeom>
          <a:noFill/>
          <a:ln>
            <a:noFill/>
          </a:ln>
        </p:spPr>
        <p:txBody>
          <a:bodyPr anchorCtr="0" anchor="t" bIns="45700" lIns="91425" spcFirstLastPara="1" rIns="91425" wrap="square" tIns="45700">
            <a:noAutofit/>
          </a:bodyPr>
          <a:lstStyle>
            <a:lvl1pPr indent="-228600" lvl="0" marL="457200" algn="l">
              <a:spcBef>
                <a:spcPts val="320"/>
              </a:spcBef>
              <a:spcAft>
                <a:spcPts val="0"/>
              </a:spcAft>
              <a:buSzPts val="1920"/>
              <a:buFont typeface="Tahoma"/>
              <a:buNone/>
              <a:defRPr sz="1600"/>
            </a:lvl1pPr>
            <a:lvl2pPr indent="-228600" lvl="1" marL="914400" algn="l">
              <a:spcBef>
                <a:spcPts val="280"/>
              </a:spcBef>
              <a:spcAft>
                <a:spcPts val="0"/>
              </a:spcAft>
              <a:buClr>
                <a:schemeClr val="lt1"/>
              </a:buClr>
              <a:buSzPts val="1400"/>
              <a:buNone/>
              <a:defRPr sz="1400"/>
            </a:lvl2pPr>
            <a:lvl3pPr indent="-228600" lvl="2" marL="1371600" algn="l">
              <a:spcBef>
                <a:spcPts val="240"/>
              </a:spcBef>
              <a:spcAft>
                <a:spcPts val="0"/>
              </a:spcAft>
              <a:buSzPts val="1440"/>
              <a:buFont typeface="Tahoma"/>
              <a:buNone/>
              <a:defRPr sz="1200"/>
            </a:lvl3pPr>
            <a:lvl4pPr indent="-228600" lvl="3" marL="1828800" algn="l">
              <a:spcBef>
                <a:spcPts val="200"/>
              </a:spcBef>
              <a:spcAft>
                <a:spcPts val="0"/>
              </a:spcAft>
              <a:buClr>
                <a:schemeClr val="lt1"/>
              </a:buClr>
              <a:buSzPts val="1000"/>
              <a:buNone/>
              <a:defRPr sz="1000"/>
            </a:lvl4pPr>
            <a:lvl5pPr indent="-228600" lvl="4" marL="2286000" algn="l">
              <a:spcBef>
                <a:spcPts val="200"/>
              </a:spcBef>
              <a:spcAft>
                <a:spcPts val="0"/>
              </a:spcAft>
              <a:buSzPts val="800"/>
              <a:buNone/>
              <a:defRPr sz="1000"/>
            </a:lvl5pPr>
            <a:lvl6pPr indent="-228600" lvl="5" marL="2743200" algn="l">
              <a:lnSpc>
                <a:spcPct val="90000"/>
              </a:lnSpc>
              <a:spcBef>
                <a:spcPts val="500"/>
              </a:spcBef>
              <a:spcAft>
                <a:spcPts val="0"/>
              </a:spcAft>
              <a:buClr>
                <a:schemeClr val="lt1"/>
              </a:buClr>
              <a:buSzPts val="1000"/>
              <a:buNone/>
              <a:defRPr sz="1000"/>
            </a:lvl6pPr>
            <a:lvl7pPr indent="-228600" lvl="6" marL="3200400" algn="l">
              <a:lnSpc>
                <a:spcPct val="90000"/>
              </a:lnSpc>
              <a:spcBef>
                <a:spcPts val="500"/>
              </a:spcBef>
              <a:spcAft>
                <a:spcPts val="0"/>
              </a:spcAft>
              <a:buClr>
                <a:schemeClr val="lt1"/>
              </a:buClr>
              <a:buSzPts val="1000"/>
              <a:buNone/>
              <a:defRPr sz="1000"/>
            </a:lvl7pPr>
            <a:lvl8pPr indent="-228600" lvl="7" marL="3657600" algn="l">
              <a:lnSpc>
                <a:spcPct val="90000"/>
              </a:lnSpc>
              <a:spcBef>
                <a:spcPts val="500"/>
              </a:spcBef>
              <a:spcAft>
                <a:spcPts val="0"/>
              </a:spcAft>
              <a:buClr>
                <a:schemeClr val="lt1"/>
              </a:buClr>
              <a:buSzPts val="1000"/>
              <a:buNone/>
              <a:defRPr sz="1000"/>
            </a:lvl8pPr>
            <a:lvl9pPr indent="-228600" lvl="8" marL="4114800" algn="l">
              <a:lnSpc>
                <a:spcPct val="90000"/>
              </a:lnSpc>
              <a:spcBef>
                <a:spcPts val="500"/>
              </a:spcBef>
              <a:spcAft>
                <a:spcPts val="0"/>
              </a:spcAft>
              <a:buClr>
                <a:schemeClr val="lt1"/>
              </a:buClr>
              <a:buSzPts val="1000"/>
              <a:buNone/>
              <a:defRPr sz="1000"/>
            </a:lvl9pPr>
          </a:lstStyle>
          <a:p/>
        </p:txBody>
      </p:sp>
      <p:sp>
        <p:nvSpPr>
          <p:cNvPr id="44" name="Google Shape;44;p16"/>
          <p:cNvSpPr txBox="1"/>
          <p:nvPr>
            <p:ph idx="10" type="dt"/>
          </p:nvPr>
        </p:nvSpPr>
        <p:spPr>
          <a:xfrm>
            <a:off x="457200" y="6245225"/>
            <a:ext cx="2133600" cy="47625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16"/>
          <p:cNvSpPr txBox="1"/>
          <p:nvPr>
            <p:ph idx="11" type="ftr"/>
          </p:nvPr>
        </p:nvSpPr>
        <p:spPr>
          <a:xfrm>
            <a:off x="3124200" y="6245225"/>
            <a:ext cx="2895600" cy="47625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16"/>
          <p:cNvSpPr txBox="1"/>
          <p:nvPr>
            <p:ph idx="12" type="sldNum"/>
          </p:nvPr>
        </p:nvSpPr>
        <p:spPr>
          <a:xfrm>
            <a:off x="6553200" y="6245225"/>
            <a:ext cx="2133600" cy="47625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1pPr>
            <a:lvl2pPr indent="0" lvl="1"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2pPr>
            <a:lvl3pPr indent="0" lvl="2"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3pPr>
            <a:lvl4pPr indent="0" lvl="3"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4pPr>
            <a:lvl5pPr indent="0" lvl="4"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5pPr>
            <a:lvl6pPr indent="0" lvl="5"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6pPr>
            <a:lvl7pPr indent="0" lvl="6"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7pPr>
            <a:lvl8pPr indent="0" lvl="7"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8pPr>
            <a:lvl9pPr indent="0" lvl="8"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type="objTx">
  <p:cSld name="OBJECT_WITH_CAPTION_TEXT">
    <p:spTree>
      <p:nvGrpSpPr>
        <p:cNvPr id="47" name="Shape 47"/>
        <p:cNvGrpSpPr/>
        <p:nvPr/>
      </p:nvGrpSpPr>
      <p:grpSpPr>
        <a:xfrm>
          <a:off x="0" y="0"/>
          <a:ext cx="0" cy="0"/>
          <a:chOff x="0" y="0"/>
          <a:chExt cx="0" cy="0"/>
        </a:xfrm>
      </p:grpSpPr>
      <p:sp>
        <p:nvSpPr>
          <p:cNvPr id="48" name="Google Shape;48;p17"/>
          <p:cNvSpPr txBox="1"/>
          <p:nvPr>
            <p:ph type="title"/>
          </p:nvPr>
        </p:nvSpPr>
        <p:spPr>
          <a:xfrm>
            <a:off x="630238" y="457200"/>
            <a:ext cx="2949575" cy="16002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sz="3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17"/>
          <p:cNvSpPr txBox="1"/>
          <p:nvPr>
            <p:ph idx="1" type="body"/>
          </p:nvPr>
        </p:nvSpPr>
        <p:spPr>
          <a:xfrm>
            <a:off x="3887788" y="987425"/>
            <a:ext cx="4629150" cy="4873625"/>
          </a:xfrm>
          <a:prstGeom prst="rect">
            <a:avLst/>
          </a:prstGeom>
          <a:noFill/>
          <a:ln>
            <a:noFill/>
          </a:ln>
        </p:spPr>
        <p:txBody>
          <a:bodyPr anchorCtr="0" anchor="t" bIns="45700" lIns="91425" spcFirstLastPara="1" rIns="91425" wrap="square" tIns="45700">
            <a:noAutofit/>
          </a:bodyPr>
          <a:lstStyle>
            <a:lvl1pPr indent="-472440" lvl="0" marL="457200" algn="l">
              <a:spcBef>
                <a:spcPts val="640"/>
              </a:spcBef>
              <a:spcAft>
                <a:spcPts val="0"/>
              </a:spcAft>
              <a:buSzPts val="3840"/>
              <a:buFont typeface="Tahoma"/>
              <a:buChar char="•"/>
              <a:defRPr sz="3200"/>
            </a:lvl1pPr>
            <a:lvl2pPr indent="-406400" lvl="1" marL="914400" algn="l">
              <a:spcBef>
                <a:spcPts val="560"/>
              </a:spcBef>
              <a:spcAft>
                <a:spcPts val="0"/>
              </a:spcAft>
              <a:buClr>
                <a:schemeClr val="lt1"/>
              </a:buClr>
              <a:buSzPts val="2800"/>
              <a:buChar char="–"/>
              <a:defRPr sz="2800"/>
            </a:lvl2pPr>
            <a:lvl3pPr indent="-411480" lvl="2" marL="1371600" algn="l">
              <a:spcBef>
                <a:spcPts val="480"/>
              </a:spcBef>
              <a:spcAft>
                <a:spcPts val="0"/>
              </a:spcAft>
              <a:buSzPts val="2880"/>
              <a:buFont typeface="Tahoma"/>
              <a:buChar char="•"/>
              <a:defRPr sz="2400"/>
            </a:lvl3pPr>
            <a:lvl4pPr indent="-355600" lvl="3" marL="1828800" algn="l">
              <a:spcBef>
                <a:spcPts val="400"/>
              </a:spcBef>
              <a:spcAft>
                <a:spcPts val="0"/>
              </a:spcAft>
              <a:buClr>
                <a:schemeClr val="lt1"/>
              </a:buClr>
              <a:buSzPts val="2000"/>
              <a:buChar char="–"/>
              <a:defRPr sz="2000"/>
            </a:lvl4pPr>
            <a:lvl5pPr indent="-330200" lvl="4" marL="2286000" algn="l">
              <a:spcBef>
                <a:spcPts val="400"/>
              </a:spcBef>
              <a:spcAft>
                <a:spcPts val="0"/>
              </a:spcAft>
              <a:buSzPts val="1600"/>
              <a:buChar char="❖"/>
              <a:defRPr sz="2000"/>
            </a:lvl5pPr>
            <a:lvl6pPr indent="-355600" lvl="5" marL="2743200" algn="l">
              <a:lnSpc>
                <a:spcPct val="90000"/>
              </a:lnSpc>
              <a:spcBef>
                <a:spcPts val="500"/>
              </a:spcBef>
              <a:spcAft>
                <a:spcPts val="0"/>
              </a:spcAft>
              <a:buClr>
                <a:schemeClr val="lt1"/>
              </a:buClr>
              <a:buSzPts val="2000"/>
              <a:buChar char="•"/>
              <a:defRPr sz="2000"/>
            </a:lvl6pPr>
            <a:lvl7pPr indent="-355600" lvl="6" marL="3200400" algn="l">
              <a:lnSpc>
                <a:spcPct val="90000"/>
              </a:lnSpc>
              <a:spcBef>
                <a:spcPts val="500"/>
              </a:spcBef>
              <a:spcAft>
                <a:spcPts val="0"/>
              </a:spcAft>
              <a:buClr>
                <a:schemeClr val="lt1"/>
              </a:buClr>
              <a:buSzPts val="2000"/>
              <a:buChar char="•"/>
              <a:defRPr sz="2000"/>
            </a:lvl7pPr>
            <a:lvl8pPr indent="-355600" lvl="7" marL="3657600" algn="l">
              <a:lnSpc>
                <a:spcPct val="90000"/>
              </a:lnSpc>
              <a:spcBef>
                <a:spcPts val="500"/>
              </a:spcBef>
              <a:spcAft>
                <a:spcPts val="0"/>
              </a:spcAft>
              <a:buClr>
                <a:schemeClr val="lt1"/>
              </a:buClr>
              <a:buSzPts val="2000"/>
              <a:buChar char="•"/>
              <a:defRPr sz="2000"/>
            </a:lvl8pPr>
            <a:lvl9pPr indent="-355600" lvl="8" marL="4114800" algn="l">
              <a:lnSpc>
                <a:spcPct val="90000"/>
              </a:lnSpc>
              <a:spcBef>
                <a:spcPts val="500"/>
              </a:spcBef>
              <a:spcAft>
                <a:spcPts val="0"/>
              </a:spcAft>
              <a:buClr>
                <a:schemeClr val="lt1"/>
              </a:buClr>
              <a:buSzPts val="2000"/>
              <a:buChar char="•"/>
              <a:defRPr sz="2000"/>
            </a:lvl9pPr>
          </a:lstStyle>
          <a:p/>
        </p:txBody>
      </p:sp>
      <p:sp>
        <p:nvSpPr>
          <p:cNvPr id="50" name="Google Shape;50;p17"/>
          <p:cNvSpPr txBox="1"/>
          <p:nvPr>
            <p:ph idx="2" type="body"/>
          </p:nvPr>
        </p:nvSpPr>
        <p:spPr>
          <a:xfrm>
            <a:off x="630238" y="2057400"/>
            <a:ext cx="2949575" cy="3811588"/>
          </a:xfrm>
          <a:prstGeom prst="rect">
            <a:avLst/>
          </a:prstGeom>
          <a:noFill/>
          <a:ln>
            <a:noFill/>
          </a:ln>
        </p:spPr>
        <p:txBody>
          <a:bodyPr anchorCtr="0" anchor="t" bIns="45700" lIns="91425" spcFirstLastPara="1" rIns="91425" wrap="square" tIns="45700">
            <a:noAutofit/>
          </a:bodyPr>
          <a:lstStyle>
            <a:lvl1pPr indent="-228600" lvl="0" marL="457200" algn="l">
              <a:spcBef>
                <a:spcPts val="320"/>
              </a:spcBef>
              <a:spcAft>
                <a:spcPts val="0"/>
              </a:spcAft>
              <a:buSzPts val="1920"/>
              <a:buFont typeface="Tahoma"/>
              <a:buNone/>
              <a:defRPr sz="1600"/>
            </a:lvl1pPr>
            <a:lvl2pPr indent="-228600" lvl="1" marL="914400" algn="l">
              <a:spcBef>
                <a:spcPts val="280"/>
              </a:spcBef>
              <a:spcAft>
                <a:spcPts val="0"/>
              </a:spcAft>
              <a:buClr>
                <a:schemeClr val="lt1"/>
              </a:buClr>
              <a:buSzPts val="1400"/>
              <a:buNone/>
              <a:defRPr sz="1400"/>
            </a:lvl2pPr>
            <a:lvl3pPr indent="-228600" lvl="2" marL="1371600" algn="l">
              <a:spcBef>
                <a:spcPts val="240"/>
              </a:spcBef>
              <a:spcAft>
                <a:spcPts val="0"/>
              </a:spcAft>
              <a:buSzPts val="1440"/>
              <a:buFont typeface="Tahoma"/>
              <a:buNone/>
              <a:defRPr sz="1200"/>
            </a:lvl3pPr>
            <a:lvl4pPr indent="-228600" lvl="3" marL="1828800" algn="l">
              <a:spcBef>
                <a:spcPts val="200"/>
              </a:spcBef>
              <a:spcAft>
                <a:spcPts val="0"/>
              </a:spcAft>
              <a:buClr>
                <a:schemeClr val="lt1"/>
              </a:buClr>
              <a:buSzPts val="1000"/>
              <a:buNone/>
              <a:defRPr sz="1000"/>
            </a:lvl4pPr>
            <a:lvl5pPr indent="-228600" lvl="4" marL="2286000" algn="l">
              <a:spcBef>
                <a:spcPts val="200"/>
              </a:spcBef>
              <a:spcAft>
                <a:spcPts val="0"/>
              </a:spcAft>
              <a:buSzPts val="800"/>
              <a:buNone/>
              <a:defRPr sz="1000"/>
            </a:lvl5pPr>
            <a:lvl6pPr indent="-228600" lvl="5" marL="2743200" algn="l">
              <a:lnSpc>
                <a:spcPct val="90000"/>
              </a:lnSpc>
              <a:spcBef>
                <a:spcPts val="500"/>
              </a:spcBef>
              <a:spcAft>
                <a:spcPts val="0"/>
              </a:spcAft>
              <a:buClr>
                <a:schemeClr val="lt1"/>
              </a:buClr>
              <a:buSzPts val="1000"/>
              <a:buNone/>
              <a:defRPr sz="1000"/>
            </a:lvl6pPr>
            <a:lvl7pPr indent="-228600" lvl="6" marL="3200400" algn="l">
              <a:lnSpc>
                <a:spcPct val="90000"/>
              </a:lnSpc>
              <a:spcBef>
                <a:spcPts val="500"/>
              </a:spcBef>
              <a:spcAft>
                <a:spcPts val="0"/>
              </a:spcAft>
              <a:buClr>
                <a:schemeClr val="lt1"/>
              </a:buClr>
              <a:buSzPts val="1000"/>
              <a:buNone/>
              <a:defRPr sz="1000"/>
            </a:lvl7pPr>
            <a:lvl8pPr indent="-228600" lvl="7" marL="3657600" algn="l">
              <a:lnSpc>
                <a:spcPct val="90000"/>
              </a:lnSpc>
              <a:spcBef>
                <a:spcPts val="500"/>
              </a:spcBef>
              <a:spcAft>
                <a:spcPts val="0"/>
              </a:spcAft>
              <a:buClr>
                <a:schemeClr val="lt1"/>
              </a:buClr>
              <a:buSzPts val="1000"/>
              <a:buNone/>
              <a:defRPr sz="1000"/>
            </a:lvl8pPr>
            <a:lvl9pPr indent="-228600" lvl="8" marL="4114800" algn="l">
              <a:lnSpc>
                <a:spcPct val="90000"/>
              </a:lnSpc>
              <a:spcBef>
                <a:spcPts val="500"/>
              </a:spcBef>
              <a:spcAft>
                <a:spcPts val="0"/>
              </a:spcAft>
              <a:buClr>
                <a:schemeClr val="lt1"/>
              </a:buClr>
              <a:buSzPts val="1000"/>
              <a:buNone/>
              <a:defRPr sz="1000"/>
            </a:lvl9pPr>
          </a:lstStyle>
          <a:p/>
        </p:txBody>
      </p:sp>
      <p:sp>
        <p:nvSpPr>
          <p:cNvPr id="51" name="Google Shape;51;p17"/>
          <p:cNvSpPr txBox="1"/>
          <p:nvPr>
            <p:ph idx="10" type="dt"/>
          </p:nvPr>
        </p:nvSpPr>
        <p:spPr>
          <a:xfrm>
            <a:off x="457200" y="6245225"/>
            <a:ext cx="2133600" cy="47625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17"/>
          <p:cNvSpPr txBox="1"/>
          <p:nvPr>
            <p:ph idx="11" type="ftr"/>
          </p:nvPr>
        </p:nvSpPr>
        <p:spPr>
          <a:xfrm>
            <a:off x="3124200" y="6245225"/>
            <a:ext cx="2895600" cy="47625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17"/>
          <p:cNvSpPr txBox="1"/>
          <p:nvPr>
            <p:ph idx="12" type="sldNum"/>
          </p:nvPr>
        </p:nvSpPr>
        <p:spPr>
          <a:xfrm>
            <a:off x="6553200" y="6245225"/>
            <a:ext cx="2133600" cy="47625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1pPr>
            <a:lvl2pPr indent="0" lvl="1"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2pPr>
            <a:lvl3pPr indent="0" lvl="2"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3pPr>
            <a:lvl4pPr indent="0" lvl="3"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4pPr>
            <a:lvl5pPr indent="0" lvl="4"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5pPr>
            <a:lvl6pPr indent="0" lvl="5"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6pPr>
            <a:lvl7pPr indent="0" lvl="6"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7pPr>
            <a:lvl8pPr indent="0" lvl="7"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8pPr>
            <a:lvl9pPr indent="0" lvl="8"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el título" type="titleOnly">
  <p:cSld name="TITLE_ONLY">
    <p:spTree>
      <p:nvGrpSpPr>
        <p:cNvPr id="54" name="Shape 54"/>
        <p:cNvGrpSpPr/>
        <p:nvPr/>
      </p:nvGrpSpPr>
      <p:grpSpPr>
        <a:xfrm>
          <a:off x="0" y="0"/>
          <a:ext cx="0" cy="0"/>
          <a:chOff x="0" y="0"/>
          <a:chExt cx="0" cy="0"/>
        </a:xfrm>
      </p:grpSpPr>
      <p:sp>
        <p:nvSpPr>
          <p:cNvPr id="55" name="Google Shape;55;p18"/>
          <p:cNvSpPr txBox="1"/>
          <p:nvPr>
            <p:ph type="title"/>
          </p:nvPr>
        </p:nvSpPr>
        <p:spPr>
          <a:xfrm>
            <a:off x="457200" y="292100"/>
            <a:ext cx="8229600" cy="13843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18"/>
          <p:cNvSpPr txBox="1"/>
          <p:nvPr>
            <p:ph idx="10" type="dt"/>
          </p:nvPr>
        </p:nvSpPr>
        <p:spPr>
          <a:xfrm>
            <a:off x="457200" y="6245225"/>
            <a:ext cx="2133600" cy="47625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18"/>
          <p:cNvSpPr txBox="1"/>
          <p:nvPr>
            <p:ph idx="11" type="ftr"/>
          </p:nvPr>
        </p:nvSpPr>
        <p:spPr>
          <a:xfrm>
            <a:off x="3124200" y="6245225"/>
            <a:ext cx="2895600" cy="47625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18"/>
          <p:cNvSpPr txBox="1"/>
          <p:nvPr>
            <p:ph idx="12" type="sldNum"/>
          </p:nvPr>
        </p:nvSpPr>
        <p:spPr>
          <a:xfrm>
            <a:off x="6553200" y="6245225"/>
            <a:ext cx="2133600" cy="47625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1pPr>
            <a:lvl2pPr indent="0" lvl="1"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2pPr>
            <a:lvl3pPr indent="0" lvl="2"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3pPr>
            <a:lvl4pPr indent="0" lvl="3"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4pPr>
            <a:lvl5pPr indent="0" lvl="4"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5pPr>
            <a:lvl6pPr indent="0" lvl="5"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6pPr>
            <a:lvl7pPr indent="0" lvl="6"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7pPr>
            <a:lvl8pPr indent="0" lvl="7"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8pPr>
            <a:lvl9pPr indent="0" lvl="8"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59" name="Shape 59"/>
        <p:cNvGrpSpPr/>
        <p:nvPr/>
      </p:nvGrpSpPr>
      <p:grpSpPr>
        <a:xfrm>
          <a:off x="0" y="0"/>
          <a:ext cx="0" cy="0"/>
          <a:chOff x="0" y="0"/>
          <a:chExt cx="0" cy="0"/>
        </a:xfrm>
      </p:grpSpPr>
      <p:sp>
        <p:nvSpPr>
          <p:cNvPr id="60" name="Google Shape;60;p19"/>
          <p:cNvSpPr txBox="1"/>
          <p:nvPr>
            <p:ph type="title"/>
          </p:nvPr>
        </p:nvSpPr>
        <p:spPr>
          <a:xfrm>
            <a:off x="630238" y="365125"/>
            <a:ext cx="7886700" cy="132556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19"/>
          <p:cNvSpPr txBox="1"/>
          <p:nvPr>
            <p:ph idx="1" type="body"/>
          </p:nvPr>
        </p:nvSpPr>
        <p:spPr>
          <a:xfrm>
            <a:off x="630238" y="1681163"/>
            <a:ext cx="3868737" cy="82391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SzPts val="2880"/>
              <a:buFont typeface="Tahoma"/>
              <a:buNone/>
              <a:defRPr b="1" sz="2400"/>
            </a:lvl1pPr>
            <a:lvl2pPr indent="-228600" lvl="1" marL="914400" algn="l">
              <a:spcBef>
                <a:spcPts val="400"/>
              </a:spcBef>
              <a:spcAft>
                <a:spcPts val="0"/>
              </a:spcAft>
              <a:buClr>
                <a:schemeClr val="lt1"/>
              </a:buClr>
              <a:buSzPts val="2000"/>
              <a:buNone/>
              <a:defRPr b="1" sz="2000"/>
            </a:lvl2pPr>
            <a:lvl3pPr indent="-228600" lvl="2" marL="1371600" algn="l">
              <a:spcBef>
                <a:spcPts val="360"/>
              </a:spcBef>
              <a:spcAft>
                <a:spcPts val="0"/>
              </a:spcAft>
              <a:buSzPts val="2160"/>
              <a:buFont typeface="Tahoma"/>
              <a:buNone/>
              <a:defRPr b="1" sz="1800"/>
            </a:lvl3pPr>
            <a:lvl4pPr indent="-228600" lvl="3" marL="1828800" algn="l">
              <a:spcBef>
                <a:spcPts val="320"/>
              </a:spcBef>
              <a:spcAft>
                <a:spcPts val="0"/>
              </a:spcAft>
              <a:buClr>
                <a:schemeClr val="lt1"/>
              </a:buClr>
              <a:buSzPts val="1600"/>
              <a:buNone/>
              <a:defRPr b="1" sz="1600"/>
            </a:lvl4pPr>
            <a:lvl5pPr indent="-228600" lvl="4" marL="2286000" algn="l">
              <a:spcBef>
                <a:spcPts val="320"/>
              </a:spcBef>
              <a:spcAft>
                <a:spcPts val="0"/>
              </a:spcAft>
              <a:buSzPts val="128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62" name="Google Shape;62;p19"/>
          <p:cNvSpPr txBox="1"/>
          <p:nvPr>
            <p:ph idx="2" type="body"/>
          </p:nvPr>
        </p:nvSpPr>
        <p:spPr>
          <a:xfrm>
            <a:off x="630238" y="2505075"/>
            <a:ext cx="3868737" cy="3684588"/>
          </a:xfrm>
          <a:prstGeom prst="rect">
            <a:avLst/>
          </a:prstGeom>
          <a:noFill/>
          <a:ln>
            <a:noFill/>
          </a:ln>
        </p:spPr>
        <p:txBody>
          <a:bodyPr anchorCtr="0" anchor="t" bIns="45700" lIns="91425" spcFirstLastPara="1" rIns="91425" wrap="square" tIns="45700">
            <a:noAutofit/>
          </a:bodyPr>
          <a:lstStyle>
            <a:lvl1pPr indent="-365760" lvl="0" marL="457200" algn="l">
              <a:spcBef>
                <a:spcPts val="360"/>
              </a:spcBef>
              <a:spcAft>
                <a:spcPts val="0"/>
              </a:spcAft>
              <a:buSzPts val="2160"/>
              <a:buChar char="•"/>
              <a:defRPr/>
            </a:lvl1pPr>
            <a:lvl2pPr indent="-342900" lvl="1" marL="914400" algn="l">
              <a:spcBef>
                <a:spcPts val="360"/>
              </a:spcBef>
              <a:spcAft>
                <a:spcPts val="0"/>
              </a:spcAft>
              <a:buClr>
                <a:schemeClr val="lt1"/>
              </a:buClr>
              <a:buSzPts val="1800"/>
              <a:buChar char="–"/>
              <a:defRPr/>
            </a:lvl2pPr>
            <a:lvl3pPr indent="-365760" lvl="2" marL="1371600" algn="l">
              <a:spcBef>
                <a:spcPts val="360"/>
              </a:spcBef>
              <a:spcAft>
                <a:spcPts val="0"/>
              </a:spcAft>
              <a:buSzPts val="2160"/>
              <a:buChar char="•"/>
              <a:defRPr/>
            </a:lvl3pPr>
            <a:lvl4pPr indent="-342900" lvl="3" marL="1828800" algn="l">
              <a:spcBef>
                <a:spcPts val="360"/>
              </a:spcBef>
              <a:spcAft>
                <a:spcPts val="0"/>
              </a:spcAft>
              <a:buClr>
                <a:schemeClr val="lt1"/>
              </a:buClr>
              <a:buSzPts val="1800"/>
              <a:buChar char="–"/>
              <a:defRPr/>
            </a:lvl4pPr>
            <a:lvl5pPr indent="-320039" lvl="4" marL="2286000" algn="l">
              <a:spcBef>
                <a:spcPts val="360"/>
              </a:spcBef>
              <a:spcAft>
                <a:spcPts val="0"/>
              </a:spcAft>
              <a:buSzPts val="144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63" name="Google Shape;63;p19"/>
          <p:cNvSpPr txBox="1"/>
          <p:nvPr>
            <p:ph idx="3" type="body"/>
          </p:nvPr>
        </p:nvSpPr>
        <p:spPr>
          <a:xfrm>
            <a:off x="4629150" y="1681163"/>
            <a:ext cx="3887788" cy="82391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SzPts val="2880"/>
              <a:buFont typeface="Tahoma"/>
              <a:buNone/>
              <a:defRPr b="1" sz="2400"/>
            </a:lvl1pPr>
            <a:lvl2pPr indent="-228600" lvl="1" marL="914400" algn="l">
              <a:spcBef>
                <a:spcPts val="400"/>
              </a:spcBef>
              <a:spcAft>
                <a:spcPts val="0"/>
              </a:spcAft>
              <a:buClr>
                <a:schemeClr val="lt1"/>
              </a:buClr>
              <a:buSzPts val="2000"/>
              <a:buNone/>
              <a:defRPr b="1" sz="2000"/>
            </a:lvl2pPr>
            <a:lvl3pPr indent="-228600" lvl="2" marL="1371600" algn="l">
              <a:spcBef>
                <a:spcPts val="360"/>
              </a:spcBef>
              <a:spcAft>
                <a:spcPts val="0"/>
              </a:spcAft>
              <a:buSzPts val="2160"/>
              <a:buFont typeface="Tahoma"/>
              <a:buNone/>
              <a:defRPr b="1" sz="1800"/>
            </a:lvl3pPr>
            <a:lvl4pPr indent="-228600" lvl="3" marL="1828800" algn="l">
              <a:spcBef>
                <a:spcPts val="320"/>
              </a:spcBef>
              <a:spcAft>
                <a:spcPts val="0"/>
              </a:spcAft>
              <a:buClr>
                <a:schemeClr val="lt1"/>
              </a:buClr>
              <a:buSzPts val="1600"/>
              <a:buNone/>
              <a:defRPr b="1" sz="1600"/>
            </a:lvl4pPr>
            <a:lvl5pPr indent="-228600" lvl="4" marL="2286000" algn="l">
              <a:spcBef>
                <a:spcPts val="320"/>
              </a:spcBef>
              <a:spcAft>
                <a:spcPts val="0"/>
              </a:spcAft>
              <a:buSzPts val="128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64" name="Google Shape;64;p19"/>
          <p:cNvSpPr txBox="1"/>
          <p:nvPr>
            <p:ph idx="4" type="body"/>
          </p:nvPr>
        </p:nvSpPr>
        <p:spPr>
          <a:xfrm>
            <a:off x="4629150" y="2505075"/>
            <a:ext cx="3887788" cy="3684588"/>
          </a:xfrm>
          <a:prstGeom prst="rect">
            <a:avLst/>
          </a:prstGeom>
          <a:noFill/>
          <a:ln>
            <a:noFill/>
          </a:ln>
        </p:spPr>
        <p:txBody>
          <a:bodyPr anchorCtr="0" anchor="t" bIns="45700" lIns="91425" spcFirstLastPara="1" rIns="91425" wrap="square" tIns="45700">
            <a:noAutofit/>
          </a:bodyPr>
          <a:lstStyle>
            <a:lvl1pPr indent="-365760" lvl="0" marL="457200" algn="l">
              <a:spcBef>
                <a:spcPts val="360"/>
              </a:spcBef>
              <a:spcAft>
                <a:spcPts val="0"/>
              </a:spcAft>
              <a:buSzPts val="2160"/>
              <a:buChar char="•"/>
              <a:defRPr/>
            </a:lvl1pPr>
            <a:lvl2pPr indent="-342900" lvl="1" marL="914400" algn="l">
              <a:spcBef>
                <a:spcPts val="360"/>
              </a:spcBef>
              <a:spcAft>
                <a:spcPts val="0"/>
              </a:spcAft>
              <a:buClr>
                <a:schemeClr val="lt1"/>
              </a:buClr>
              <a:buSzPts val="1800"/>
              <a:buChar char="–"/>
              <a:defRPr/>
            </a:lvl2pPr>
            <a:lvl3pPr indent="-365760" lvl="2" marL="1371600" algn="l">
              <a:spcBef>
                <a:spcPts val="360"/>
              </a:spcBef>
              <a:spcAft>
                <a:spcPts val="0"/>
              </a:spcAft>
              <a:buSzPts val="2160"/>
              <a:buChar char="•"/>
              <a:defRPr/>
            </a:lvl3pPr>
            <a:lvl4pPr indent="-342900" lvl="3" marL="1828800" algn="l">
              <a:spcBef>
                <a:spcPts val="360"/>
              </a:spcBef>
              <a:spcAft>
                <a:spcPts val="0"/>
              </a:spcAft>
              <a:buClr>
                <a:schemeClr val="lt1"/>
              </a:buClr>
              <a:buSzPts val="1800"/>
              <a:buChar char="–"/>
              <a:defRPr/>
            </a:lvl4pPr>
            <a:lvl5pPr indent="-320039" lvl="4" marL="2286000" algn="l">
              <a:spcBef>
                <a:spcPts val="360"/>
              </a:spcBef>
              <a:spcAft>
                <a:spcPts val="0"/>
              </a:spcAft>
              <a:buSzPts val="144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65" name="Google Shape;65;p19"/>
          <p:cNvSpPr txBox="1"/>
          <p:nvPr>
            <p:ph idx="10" type="dt"/>
          </p:nvPr>
        </p:nvSpPr>
        <p:spPr>
          <a:xfrm>
            <a:off x="457200" y="6245225"/>
            <a:ext cx="2133600" cy="47625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19"/>
          <p:cNvSpPr txBox="1"/>
          <p:nvPr>
            <p:ph idx="11" type="ftr"/>
          </p:nvPr>
        </p:nvSpPr>
        <p:spPr>
          <a:xfrm>
            <a:off x="3124200" y="6245225"/>
            <a:ext cx="2895600" cy="47625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9"/>
          <p:cNvSpPr txBox="1"/>
          <p:nvPr>
            <p:ph idx="12" type="sldNum"/>
          </p:nvPr>
        </p:nvSpPr>
        <p:spPr>
          <a:xfrm>
            <a:off x="6553200" y="6245225"/>
            <a:ext cx="2133600" cy="47625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1pPr>
            <a:lvl2pPr indent="0" lvl="1"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2pPr>
            <a:lvl3pPr indent="0" lvl="2"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3pPr>
            <a:lvl4pPr indent="0" lvl="3"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4pPr>
            <a:lvl5pPr indent="0" lvl="4"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5pPr>
            <a:lvl6pPr indent="0" lvl="5"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6pPr>
            <a:lvl7pPr indent="0" lvl="6"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7pPr>
            <a:lvl8pPr indent="0" lvl="7"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8pPr>
            <a:lvl9pPr indent="0" lvl="8"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68" name="Shape 68"/>
        <p:cNvGrpSpPr/>
        <p:nvPr/>
      </p:nvGrpSpPr>
      <p:grpSpPr>
        <a:xfrm>
          <a:off x="0" y="0"/>
          <a:ext cx="0" cy="0"/>
          <a:chOff x="0" y="0"/>
          <a:chExt cx="0" cy="0"/>
        </a:xfrm>
      </p:grpSpPr>
      <p:sp>
        <p:nvSpPr>
          <p:cNvPr id="69" name="Google Shape;69;p20"/>
          <p:cNvSpPr txBox="1"/>
          <p:nvPr>
            <p:ph type="title"/>
          </p:nvPr>
        </p:nvSpPr>
        <p:spPr>
          <a:xfrm>
            <a:off x="457200" y="292100"/>
            <a:ext cx="8229600" cy="13843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20"/>
          <p:cNvSpPr txBox="1"/>
          <p:nvPr>
            <p:ph idx="1" type="body"/>
          </p:nvPr>
        </p:nvSpPr>
        <p:spPr>
          <a:xfrm>
            <a:off x="457200" y="1905000"/>
            <a:ext cx="4038600" cy="4114800"/>
          </a:xfrm>
          <a:prstGeom prst="rect">
            <a:avLst/>
          </a:prstGeom>
          <a:noFill/>
          <a:ln>
            <a:noFill/>
          </a:ln>
        </p:spPr>
        <p:txBody>
          <a:bodyPr anchorCtr="0" anchor="t" bIns="45700" lIns="91425" spcFirstLastPara="1" rIns="91425" wrap="square" tIns="45700">
            <a:noAutofit/>
          </a:bodyPr>
          <a:lstStyle>
            <a:lvl1pPr indent="-365760" lvl="0" marL="457200" algn="l">
              <a:spcBef>
                <a:spcPts val="360"/>
              </a:spcBef>
              <a:spcAft>
                <a:spcPts val="0"/>
              </a:spcAft>
              <a:buSzPts val="2160"/>
              <a:buChar char="•"/>
              <a:defRPr/>
            </a:lvl1pPr>
            <a:lvl2pPr indent="-342900" lvl="1" marL="914400" algn="l">
              <a:spcBef>
                <a:spcPts val="360"/>
              </a:spcBef>
              <a:spcAft>
                <a:spcPts val="0"/>
              </a:spcAft>
              <a:buClr>
                <a:schemeClr val="lt1"/>
              </a:buClr>
              <a:buSzPts val="1800"/>
              <a:buChar char="–"/>
              <a:defRPr/>
            </a:lvl2pPr>
            <a:lvl3pPr indent="-365760" lvl="2" marL="1371600" algn="l">
              <a:spcBef>
                <a:spcPts val="360"/>
              </a:spcBef>
              <a:spcAft>
                <a:spcPts val="0"/>
              </a:spcAft>
              <a:buSzPts val="2160"/>
              <a:buChar char="•"/>
              <a:defRPr/>
            </a:lvl3pPr>
            <a:lvl4pPr indent="-342900" lvl="3" marL="1828800" algn="l">
              <a:spcBef>
                <a:spcPts val="360"/>
              </a:spcBef>
              <a:spcAft>
                <a:spcPts val="0"/>
              </a:spcAft>
              <a:buClr>
                <a:schemeClr val="lt1"/>
              </a:buClr>
              <a:buSzPts val="1800"/>
              <a:buChar char="–"/>
              <a:defRPr/>
            </a:lvl4pPr>
            <a:lvl5pPr indent="-320039" lvl="4" marL="2286000" algn="l">
              <a:spcBef>
                <a:spcPts val="360"/>
              </a:spcBef>
              <a:spcAft>
                <a:spcPts val="0"/>
              </a:spcAft>
              <a:buSzPts val="144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71" name="Google Shape;71;p20"/>
          <p:cNvSpPr txBox="1"/>
          <p:nvPr>
            <p:ph idx="2" type="body"/>
          </p:nvPr>
        </p:nvSpPr>
        <p:spPr>
          <a:xfrm>
            <a:off x="4648200" y="1905000"/>
            <a:ext cx="4038600" cy="4114800"/>
          </a:xfrm>
          <a:prstGeom prst="rect">
            <a:avLst/>
          </a:prstGeom>
          <a:noFill/>
          <a:ln>
            <a:noFill/>
          </a:ln>
        </p:spPr>
        <p:txBody>
          <a:bodyPr anchorCtr="0" anchor="t" bIns="45700" lIns="91425" spcFirstLastPara="1" rIns="91425" wrap="square" tIns="45700">
            <a:noAutofit/>
          </a:bodyPr>
          <a:lstStyle>
            <a:lvl1pPr indent="-365760" lvl="0" marL="457200" algn="l">
              <a:spcBef>
                <a:spcPts val="360"/>
              </a:spcBef>
              <a:spcAft>
                <a:spcPts val="0"/>
              </a:spcAft>
              <a:buSzPts val="2160"/>
              <a:buChar char="•"/>
              <a:defRPr/>
            </a:lvl1pPr>
            <a:lvl2pPr indent="-342900" lvl="1" marL="914400" algn="l">
              <a:spcBef>
                <a:spcPts val="360"/>
              </a:spcBef>
              <a:spcAft>
                <a:spcPts val="0"/>
              </a:spcAft>
              <a:buClr>
                <a:schemeClr val="lt1"/>
              </a:buClr>
              <a:buSzPts val="1800"/>
              <a:buChar char="–"/>
              <a:defRPr/>
            </a:lvl2pPr>
            <a:lvl3pPr indent="-365760" lvl="2" marL="1371600" algn="l">
              <a:spcBef>
                <a:spcPts val="360"/>
              </a:spcBef>
              <a:spcAft>
                <a:spcPts val="0"/>
              </a:spcAft>
              <a:buSzPts val="2160"/>
              <a:buChar char="•"/>
              <a:defRPr/>
            </a:lvl3pPr>
            <a:lvl4pPr indent="-342900" lvl="3" marL="1828800" algn="l">
              <a:spcBef>
                <a:spcPts val="360"/>
              </a:spcBef>
              <a:spcAft>
                <a:spcPts val="0"/>
              </a:spcAft>
              <a:buClr>
                <a:schemeClr val="lt1"/>
              </a:buClr>
              <a:buSzPts val="1800"/>
              <a:buChar char="–"/>
              <a:defRPr/>
            </a:lvl4pPr>
            <a:lvl5pPr indent="-320039" lvl="4" marL="2286000" algn="l">
              <a:spcBef>
                <a:spcPts val="360"/>
              </a:spcBef>
              <a:spcAft>
                <a:spcPts val="0"/>
              </a:spcAft>
              <a:buSzPts val="144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72" name="Google Shape;72;p20"/>
          <p:cNvSpPr txBox="1"/>
          <p:nvPr>
            <p:ph idx="10" type="dt"/>
          </p:nvPr>
        </p:nvSpPr>
        <p:spPr>
          <a:xfrm>
            <a:off x="457200" y="6245225"/>
            <a:ext cx="2133600" cy="47625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20"/>
          <p:cNvSpPr txBox="1"/>
          <p:nvPr>
            <p:ph idx="11" type="ftr"/>
          </p:nvPr>
        </p:nvSpPr>
        <p:spPr>
          <a:xfrm>
            <a:off x="3124200" y="6245225"/>
            <a:ext cx="2895600" cy="47625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0"/>
          <p:cNvSpPr txBox="1"/>
          <p:nvPr>
            <p:ph idx="12" type="sldNum"/>
          </p:nvPr>
        </p:nvSpPr>
        <p:spPr>
          <a:xfrm>
            <a:off x="6553200" y="6245225"/>
            <a:ext cx="2133600" cy="47625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1pPr>
            <a:lvl2pPr indent="0" lvl="1"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2pPr>
            <a:lvl3pPr indent="0" lvl="2"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3pPr>
            <a:lvl4pPr indent="0" lvl="3"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4pPr>
            <a:lvl5pPr indent="0" lvl="4"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5pPr>
            <a:lvl6pPr indent="0" lvl="5"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6pPr>
            <a:lvl7pPr indent="0" lvl="6"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7pPr>
            <a:lvl8pPr indent="0" lvl="7"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8pPr>
            <a:lvl9pPr indent="0" lvl="8"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type="secHead">
  <p:cSld name="SECTION_HEADER">
    <p:spTree>
      <p:nvGrpSpPr>
        <p:cNvPr id="75" name="Shape 75"/>
        <p:cNvGrpSpPr/>
        <p:nvPr/>
      </p:nvGrpSpPr>
      <p:grpSpPr>
        <a:xfrm>
          <a:off x="0" y="0"/>
          <a:ext cx="0" cy="0"/>
          <a:chOff x="0" y="0"/>
          <a:chExt cx="0" cy="0"/>
        </a:xfrm>
      </p:grpSpPr>
      <p:sp>
        <p:nvSpPr>
          <p:cNvPr id="76" name="Google Shape;76;p21"/>
          <p:cNvSpPr txBox="1"/>
          <p:nvPr>
            <p:ph type="title"/>
          </p:nvPr>
        </p:nvSpPr>
        <p:spPr>
          <a:xfrm>
            <a:off x="623888" y="1709738"/>
            <a:ext cx="7886700" cy="2852737"/>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sz="6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21"/>
          <p:cNvSpPr txBox="1"/>
          <p:nvPr>
            <p:ph idx="1" type="body"/>
          </p:nvPr>
        </p:nvSpPr>
        <p:spPr>
          <a:xfrm>
            <a:off x="623888" y="4589463"/>
            <a:ext cx="7886700" cy="1500187"/>
          </a:xfrm>
          <a:prstGeom prst="rect">
            <a:avLst/>
          </a:prstGeom>
          <a:noFill/>
          <a:ln>
            <a:noFill/>
          </a:ln>
        </p:spPr>
        <p:txBody>
          <a:bodyPr anchorCtr="0" anchor="t" bIns="45700" lIns="91425" spcFirstLastPara="1" rIns="91425" wrap="square" tIns="45700">
            <a:noAutofit/>
          </a:bodyPr>
          <a:lstStyle>
            <a:lvl1pPr indent="-228600" lvl="0" marL="457200" algn="l">
              <a:spcBef>
                <a:spcPts val="480"/>
              </a:spcBef>
              <a:spcAft>
                <a:spcPts val="0"/>
              </a:spcAft>
              <a:buSzPts val="2880"/>
              <a:buFont typeface="Tahoma"/>
              <a:buNone/>
              <a:defRPr sz="2400"/>
            </a:lvl1pPr>
            <a:lvl2pPr indent="-228600" lvl="1" marL="914400" algn="l">
              <a:spcBef>
                <a:spcPts val="400"/>
              </a:spcBef>
              <a:spcAft>
                <a:spcPts val="0"/>
              </a:spcAft>
              <a:buClr>
                <a:schemeClr val="lt1"/>
              </a:buClr>
              <a:buSzPts val="2000"/>
              <a:buNone/>
              <a:defRPr sz="2000"/>
            </a:lvl2pPr>
            <a:lvl3pPr indent="-228600" lvl="2" marL="1371600" algn="l">
              <a:spcBef>
                <a:spcPts val="360"/>
              </a:spcBef>
              <a:spcAft>
                <a:spcPts val="0"/>
              </a:spcAft>
              <a:buSzPts val="2160"/>
              <a:buFont typeface="Tahoma"/>
              <a:buNone/>
              <a:defRPr sz="1800"/>
            </a:lvl3pPr>
            <a:lvl4pPr indent="-228600" lvl="3" marL="1828800" algn="l">
              <a:spcBef>
                <a:spcPts val="320"/>
              </a:spcBef>
              <a:spcAft>
                <a:spcPts val="0"/>
              </a:spcAft>
              <a:buClr>
                <a:schemeClr val="lt1"/>
              </a:buClr>
              <a:buSzPts val="1600"/>
              <a:buNone/>
              <a:defRPr sz="1600"/>
            </a:lvl4pPr>
            <a:lvl5pPr indent="-228600" lvl="4" marL="2286000" algn="l">
              <a:spcBef>
                <a:spcPts val="320"/>
              </a:spcBef>
              <a:spcAft>
                <a:spcPts val="0"/>
              </a:spcAft>
              <a:buSzPts val="1280"/>
              <a:buNone/>
              <a:defRPr sz="1600"/>
            </a:lvl5pPr>
            <a:lvl6pPr indent="-228600" lvl="5" marL="2743200" algn="l">
              <a:lnSpc>
                <a:spcPct val="90000"/>
              </a:lnSpc>
              <a:spcBef>
                <a:spcPts val="500"/>
              </a:spcBef>
              <a:spcAft>
                <a:spcPts val="0"/>
              </a:spcAft>
              <a:buClr>
                <a:schemeClr val="lt1"/>
              </a:buClr>
              <a:buSzPts val="1600"/>
              <a:buNone/>
              <a:defRPr sz="1600"/>
            </a:lvl6pPr>
            <a:lvl7pPr indent="-228600" lvl="6" marL="3200400" algn="l">
              <a:lnSpc>
                <a:spcPct val="90000"/>
              </a:lnSpc>
              <a:spcBef>
                <a:spcPts val="500"/>
              </a:spcBef>
              <a:spcAft>
                <a:spcPts val="0"/>
              </a:spcAft>
              <a:buClr>
                <a:schemeClr val="lt1"/>
              </a:buClr>
              <a:buSzPts val="1600"/>
              <a:buNone/>
              <a:defRPr sz="1600"/>
            </a:lvl7pPr>
            <a:lvl8pPr indent="-228600" lvl="7" marL="3657600" algn="l">
              <a:lnSpc>
                <a:spcPct val="90000"/>
              </a:lnSpc>
              <a:spcBef>
                <a:spcPts val="500"/>
              </a:spcBef>
              <a:spcAft>
                <a:spcPts val="0"/>
              </a:spcAft>
              <a:buClr>
                <a:schemeClr val="lt1"/>
              </a:buClr>
              <a:buSzPts val="1600"/>
              <a:buNone/>
              <a:defRPr sz="1600"/>
            </a:lvl8pPr>
            <a:lvl9pPr indent="-228600" lvl="8" marL="4114800" algn="l">
              <a:lnSpc>
                <a:spcPct val="90000"/>
              </a:lnSpc>
              <a:spcBef>
                <a:spcPts val="500"/>
              </a:spcBef>
              <a:spcAft>
                <a:spcPts val="0"/>
              </a:spcAft>
              <a:buClr>
                <a:schemeClr val="lt1"/>
              </a:buClr>
              <a:buSzPts val="1600"/>
              <a:buNone/>
              <a:defRPr sz="1600"/>
            </a:lvl9pPr>
          </a:lstStyle>
          <a:p/>
        </p:txBody>
      </p:sp>
      <p:sp>
        <p:nvSpPr>
          <p:cNvPr id="78" name="Google Shape;78;p21"/>
          <p:cNvSpPr txBox="1"/>
          <p:nvPr>
            <p:ph idx="10" type="dt"/>
          </p:nvPr>
        </p:nvSpPr>
        <p:spPr>
          <a:xfrm>
            <a:off x="457200" y="6245225"/>
            <a:ext cx="2133600" cy="47625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21"/>
          <p:cNvSpPr txBox="1"/>
          <p:nvPr>
            <p:ph idx="11" type="ftr"/>
          </p:nvPr>
        </p:nvSpPr>
        <p:spPr>
          <a:xfrm>
            <a:off x="3124200" y="6245225"/>
            <a:ext cx="2895600" cy="47625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1"/>
          <p:cNvSpPr txBox="1"/>
          <p:nvPr>
            <p:ph idx="12" type="sldNum"/>
          </p:nvPr>
        </p:nvSpPr>
        <p:spPr>
          <a:xfrm>
            <a:off x="6553200" y="6245225"/>
            <a:ext cx="2133600" cy="47625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1pPr>
            <a:lvl2pPr indent="0" lvl="1"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2pPr>
            <a:lvl3pPr indent="0" lvl="2"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3pPr>
            <a:lvl4pPr indent="0" lvl="3"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4pPr>
            <a:lvl5pPr indent="0" lvl="4"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5pPr>
            <a:lvl6pPr indent="0" lvl="5"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6pPr>
            <a:lvl7pPr indent="0" lvl="6"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7pPr>
            <a:lvl8pPr indent="0" lvl="7"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8pPr>
            <a:lvl9pPr indent="0" lvl="8"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type="title">
  <p:cSld name="TITLE">
    <p:spTree>
      <p:nvGrpSpPr>
        <p:cNvPr id="88" name="Shape 88"/>
        <p:cNvGrpSpPr/>
        <p:nvPr/>
      </p:nvGrpSpPr>
      <p:grpSpPr>
        <a:xfrm>
          <a:off x="0" y="0"/>
          <a:ext cx="0" cy="0"/>
          <a:chOff x="0" y="0"/>
          <a:chExt cx="0" cy="0"/>
        </a:xfrm>
      </p:grpSpPr>
      <p:sp>
        <p:nvSpPr>
          <p:cNvPr id="89" name="Google Shape;89;p23"/>
          <p:cNvSpPr txBox="1"/>
          <p:nvPr>
            <p:ph type="ctrTitle"/>
          </p:nvPr>
        </p:nvSpPr>
        <p:spPr>
          <a:xfrm>
            <a:off x="685800" y="1997075"/>
            <a:ext cx="7772400" cy="1431925"/>
          </a:xfrm>
          <a:prstGeom prst="rect">
            <a:avLst/>
          </a:prstGeom>
          <a:noFill/>
          <a:ln>
            <a:noFill/>
          </a:ln>
        </p:spPr>
        <p:txBody>
          <a:bodyPr anchorCtr="1" anchor="b"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2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Autofit/>
          </a:bodyPr>
          <a:lstStyle>
            <a:lvl1pPr lvl="0" algn="ctr">
              <a:spcBef>
                <a:spcPts val="640"/>
              </a:spcBef>
              <a:spcAft>
                <a:spcPts val="0"/>
              </a:spcAft>
              <a:buSzPts val="3840"/>
              <a:buFont typeface="Tahoma"/>
              <a:buNone/>
              <a:defRPr/>
            </a:lvl1pPr>
            <a:lvl2pPr lvl="1" algn="l">
              <a:spcBef>
                <a:spcPts val="360"/>
              </a:spcBef>
              <a:spcAft>
                <a:spcPts val="0"/>
              </a:spcAft>
              <a:buClr>
                <a:schemeClr val="lt1"/>
              </a:buClr>
              <a:buSzPts val="1800"/>
              <a:buChar char="–"/>
              <a:defRPr/>
            </a:lvl2pPr>
            <a:lvl3pPr lvl="2" algn="l">
              <a:spcBef>
                <a:spcPts val="360"/>
              </a:spcBef>
              <a:spcAft>
                <a:spcPts val="0"/>
              </a:spcAft>
              <a:buSzPts val="2160"/>
              <a:buChar char="•"/>
              <a:defRPr/>
            </a:lvl3pPr>
            <a:lvl4pPr lvl="3" algn="l">
              <a:spcBef>
                <a:spcPts val="360"/>
              </a:spcBef>
              <a:spcAft>
                <a:spcPts val="0"/>
              </a:spcAft>
              <a:buClr>
                <a:schemeClr val="lt1"/>
              </a:buClr>
              <a:buSzPts val="1800"/>
              <a:buChar char="–"/>
              <a:defRPr/>
            </a:lvl4pPr>
            <a:lvl5pPr lvl="4" algn="l">
              <a:spcBef>
                <a:spcPts val="360"/>
              </a:spcBef>
              <a:spcAft>
                <a:spcPts val="0"/>
              </a:spcAft>
              <a:buSzPts val="1440"/>
              <a:buChar char="❖"/>
              <a:defRPr/>
            </a:lvl5pPr>
            <a:lvl6pPr lvl="5" algn="l">
              <a:lnSpc>
                <a:spcPct val="90000"/>
              </a:lnSpc>
              <a:spcBef>
                <a:spcPts val="500"/>
              </a:spcBef>
              <a:spcAft>
                <a:spcPts val="0"/>
              </a:spcAft>
              <a:buClr>
                <a:schemeClr val="lt1"/>
              </a:buClr>
              <a:buSzPts val="1800"/>
              <a:buChar char="•"/>
              <a:defRPr/>
            </a:lvl6pPr>
            <a:lvl7pPr lvl="6" algn="l">
              <a:lnSpc>
                <a:spcPct val="90000"/>
              </a:lnSpc>
              <a:spcBef>
                <a:spcPts val="500"/>
              </a:spcBef>
              <a:spcAft>
                <a:spcPts val="0"/>
              </a:spcAft>
              <a:buClr>
                <a:schemeClr val="lt1"/>
              </a:buClr>
              <a:buSzPts val="1800"/>
              <a:buChar char="•"/>
              <a:defRPr/>
            </a:lvl7pPr>
            <a:lvl8pPr lvl="7" algn="l">
              <a:lnSpc>
                <a:spcPct val="90000"/>
              </a:lnSpc>
              <a:spcBef>
                <a:spcPts val="500"/>
              </a:spcBef>
              <a:spcAft>
                <a:spcPts val="0"/>
              </a:spcAft>
              <a:buClr>
                <a:schemeClr val="lt1"/>
              </a:buClr>
              <a:buSzPts val="1800"/>
              <a:buChar char="•"/>
              <a:defRPr/>
            </a:lvl8pPr>
            <a:lvl9pPr lvl="8" algn="l">
              <a:lnSpc>
                <a:spcPct val="90000"/>
              </a:lnSpc>
              <a:spcBef>
                <a:spcPts val="500"/>
              </a:spcBef>
              <a:spcAft>
                <a:spcPts val="0"/>
              </a:spcAft>
              <a:buClr>
                <a:schemeClr val="lt1"/>
              </a:buClr>
              <a:buSzPts val="1800"/>
              <a:buChar char="•"/>
              <a:defRPr/>
            </a:lvl9pPr>
          </a:lstStyle>
          <a:p/>
        </p:txBody>
      </p:sp>
      <p:sp>
        <p:nvSpPr>
          <p:cNvPr id="91" name="Google Shape;91;p23"/>
          <p:cNvSpPr txBox="1"/>
          <p:nvPr>
            <p:ph idx="11" type="ftr"/>
          </p:nvPr>
        </p:nvSpPr>
        <p:spPr>
          <a:xfrm>
            <a:off x="3124200" y="6245225"/>
            <a:ext cx="2895600" cy="47625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2" name="Google Shape;92;p23"/>
          <p:cNvSpPr txBox="1"/>
          <p:nvPr>
            <p:ph idx="12" type="sldNum"/>
          </p:nvPr>
        </p:nvSpPr>
        <p:spPr>
          <a:xfrm>
            <a:off x="6553200" y="6245225"/>
            <a:ext cx="2133600" cy="47625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1pPr>
            <a:lvl2pPr indent="0" lvl="1"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2pPr>
            <a:lvl3pPr indent="0" lvl="2"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3pPr>
            <a:lvl4pPr indent="0" lvl="3"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4pPr>
            <a:lvl5pPr indent="0" lvl="4"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5pPr>
            <a:lvl6pPr indent="0" lvl="5"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6pPr>
            <a:lvl7pPr indent="0" lvl="6"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7pPr>
            <a:lvl8pPr indent="0" lvl="7"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8pPr>
            <a:lvl9pPr indent="0" lvl="8"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93" name="Google Shape;93;p23"/>
          <p:cNvSpPr txBox="1"/>
          <p:nvPr>
            <p:ph idx="10" type="dt"/>
          </p:nvPr>
        </p:nvSpPr>
        <p:spPr>
          <a:xfrm>
            <a:off x="457200" y="6245225"/>
            <a:ext cx="2133600" cy="47625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Layout" Target="../slideLayouts/slideLayout3.xml"/><Relationship Id="rId3" Type="http://schemas.openxmlformats.org/officeDocument/2006/relationships/slideLayout" Target="../slideLayouts/slideLayout4.xml"/><Relationship Id="rId4" Type="http://schemas.openxmlformats.org/officeDocument/2006/relationships/slideLayout" Target="../slideLayouts/slideLayout5.xml"/><Relationship Id="rId11" Type="http://schemas.openxmlformats.org/officeDocument/2006/relationships/theme" Target="../theme/theme1.xml"/><Relationship Id="rId10" Type="http://schemas.openxmlformats.org/officeDocument/2006/relationships/slideLayout" Target="../slideLayouts/slideLayout11.xml"/><Relationship Id="rId9" Type="http://schemas.openxmlformats.org/officeDocument/2006/relationships/slideLayout" Target="../slideLayouts/slideLayout10.xml"/><Relationship Id="rId5" Type="http://schemas.openxmlformats.org/officeDocument/2006/relationships/slideLayout" Target="../slideLayouts/slideLayout6.xml"/><Relationship Id="rId6" Type="http://schemas.openxmlformats.org/officeDocument/2006/relationships/slideLayout" Target="../slideLayouts/slideLayout7.xml"/><Relationship Id="rId7" Type="http://schemas.openxmlformats.org/officeDocument/2006/relationships/slideLayout" Target="../slideLayouts/slideLayout8.xml"/><Relationship Id="rId8" Type="http://schemas.openxmlformats.org/officeDocument/2006/relationships/slideLayout" Target="../slideLayouts/slideLayout9.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CC"/>
        </a:solidFill>
      </p:bgPr>
    </p:bg>
    <p:spTree>
      <p:nvGrpSpPr>
        <p:cNvPr id="5" name="Shape 5"/>
        <p:cNvGrpSpPr/>
        <p:nvPr/>
      </p:nvGrpSpPr>
      <p:grpSpPr>
        <a:xfrm>
          <a:off x="0" y="0"/>
          <a:ext cx="0" cy="0"/>
          <a:chOff x="0" y="0"/>
          <a:chExt cx="0" cy="0"/>
        </a:xfrm>
      </p:grpSpPr>
      <p:sp>
        <p:nvSpPr>
          <p:cNvPr id="6" name="Google Shape;6;p9"/>
          <p:cNvSpPr txBox="1"/>
          <p:nvPr>
            <p:ph type="title"/>
          </p:nvPr>
        </p:nvSpPr>
        <p:spPr>
          <a:xfrm>
            <a:off x="457200" y="292100"/>
            <a:ext cx="8229600" cy="138430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4400" u="none" cap="none" strike="noStrike">
                <a:solidFill>
                  <a:schemeClr val="lt2"/>
                </a:solidFill>
                <a:latin typeface="Tahoma"/>
                <a:ea typeface="Tahoma"/>
                <a:cs typeface="Tahoma"/>
                <a:sym typeface="Tahoma"/>
              </a:defRPr>
            </a:lvl1pPr>
            <a:lvl2pPr lvl="1" marR="0" rtl="0" algn="l">
              <a:spcBef>
                <a:spcPts val="0"/>
              </a:spcBef>
              <a:spcAft>
                <a:spcPts val="0"/>
              </a:spcAft>
              <a:buSzPts val="1400"/>
              <a:buNone/>
              <a:defRPr b="0" i="0" sz="4400" u="none" cap="none" strike="noStrike">
                <a:solidFill>
                  <a:schemeClr val="lt2"/>
                </a:solidFill>
                <a:latin typeface="Tahoma"/>
                <a:ea typeface="Tahoma"/>
                <a:cs typeface="Tahoma"/>
                <a:sym typeface="Tahoma"/>
              </a:defRPr>
            </a:lvl2pPr>
            <a:lvl3pPr lvl="2" marR="0" rtl="0" algn="l">
              <a:spcBef>
                <a:spcPts val="0"/>
              </a:spcBef>
              <a:spcAft>
                <a:spcPts val="0"/>
              </a:spcAft>
              <a:buSzPts val="1400"/>
              <a:buNone/>
              <a:defRPr b="0" i="0" sz="4400" u="none" cap="none" strike="noStrike">
                <a:solidFill>
                  <a:schemeClr val="lt2"/>
                </a:solidFill>
                <a:latin typeface="Tahoma"/>
                <a:ea typeface="Tahoma"/>
                <a:cs typeface="Tahoma"/>
                <a:sym typeface="Tahoma"/>
              </a:defRPr>
            </a:lvl3pPr>
            <a:lvl4pPr lvl="3" marR="0" rtl="0" algn="l">
              <a:spcBef>
                <a:spcPts val="0"/>
              </a:spcBef>
              <a:spcAft>
                <a:spcPts val="0"/>
              </a:spcAft>
              <a:buSzPts val="1400"/>
              <a:buNone/>
              <a:defRPr b="0" i="0" sz="4400" u="none" cap="none" strike="noStrike">
                <a:solidFill>
                  <a:schemeClr val="lt2"/>
                </a:solidFill>
                <a:latin typeface="Tahoma"/>
                <a:ea typeface="Tahoma"/>
                <a:cs typeface="Tahoma"/>
                <a:sym typeface="Tahoma"/>
              </a:defRPr>
            </a:lvl4pPr>
            <a:lvl5pPr lvl="4" marR="0" rtl="0" algn="l">
              <a:spcBef>
                <a:spcPts val="0"/>
              </a:spcBef>
              <a:spcAft>
                <a:spcPts val="0"/>
              </a:spcAft>
              <a:buSzPts val="1400"/>
              <a:buNone/>
              <a:defRPr b="0" i="0" sz="4400" u="none" cap="none" strike="noStrike">
                <a:solidFill>
                  <a:schemeClr val="lt2"/>
                </a:solidFill>
                <a:latin typeface="Tahoma"/>
                <a:ea typeface="Tahoma"/>
                <a:cs typeface="Tahoma"/>
                <a:sym typeface="Tahoma"/>
              </a:defRPr>
            </a:lvl5pPr>
            <a:lvl6pPr lvl="5" marR="0" rtl="0" algn="l">
              <a:spcBef>
                <a:spcPts val="0"/>
              </a:spcBef>
              <a:spcAft>
                <a:spcPts val="0"/>
              </a:spcAft>
              <a:buSzPts val="1400"/>
              <a:buNone/>
              <a:defRPr b="0" i="0" sz="4400" u="none" cap="none" strike="noStrike">
                <a:solidFill>
                  <a:schemeClr val="lt2"/>
                </a:solidFill>
                <a:latin typeface="Tahoma"/>
                <a:ea typeface="Tahoma"/>
                <a:cs typeface="Tahoma"/>
                <a:sym typeface="Tahoma"/>
              </a:defRPr>
            </a:lvl6pPr>
            <a:lvl7pPr lvl="6" marR="0" rtl="0" algn="l">
              <a:spcBef>
                <a:spcPts val="0"/>
              </a:spcBef>
              <a:spcAft>
                <a:spcPts val="0"/>
              </a:spcAft>
              <a:buSzPts val="1400"/>
              <a:buNone/>
              <a:defRPr b="0" i="0" sz="4400" u="none" cap="none" strike="noStrike">
                <a:solidFill>
                  <a:schemeClr val="lt2"/>
                </a:solidFill>
                <a:latin typeface="Tahoma"/>
                <a:ea typeface="Tahoma"/>
                <a:cs typeface="Tahoma"/>
                <a:sym typeface="Tahoma"/>
              </a:defRPr>
            </a:lvl7pPr>
            <a:lvl8pPr lvl="7" marR="0" rtl="0" algn="l">
              <a:spcBef>
                <a:spcPts val="0"/>
              </a:spcBef>
              <a:spcAft>
                <a:spcPts val="0"/>
              </a:spcAft>
              <a:buSzPts val="1400"/>
              <a:buNone/>
              <a:defRPr b="0" i="0" sz="4400" u="none" cap="none" strike="noStrike">
                <a:solidFill>
                  <a:schemeClr val="lt2"/>
                </a:solidFill>
                <a:latin typeface="Tahoma"/>
                <a:ea typeface="Tahoma"/>
                <a:cs typeface="Tahoma"/>
                <a:sym typeface="Tahoma"/>
              </a:defRPr>
            </a:lvl8pPr>
            <a:lvl9pPr lvl="8" marR="0" rtl="0" algn="l">
              <a:spcBef>
                <a:spcPts val="0"/>
              </a:spcBef>
              <a:spcAft>
                <a:spcPts val="0"/>
              </a:spcAft>
              <a:buSzPts val="1400"/>
              <a:buNone/>
              <a:defRPr b="0" i="0" sz="4400" u="none" cap="none" strike="noStrike">
                <a:solidFill>
                  <a:schemeClr val="lt2"/>
                </a:solidFill>
                <a:latin typeface="Tahoma"/>
                <a:ea typeface="Tahoma"/>
                <a:cs typeface="Tahoma"/>
                <a:sym typeface="Tahoma"/>
              </a:defRPr>
            </a:lvl9pPr>
          </a:lstStyle>
          <a:p/>
        </p:txBody>
      </p:sp>
      <p:sp>
        <p:nvSpPr>
          <p:cNvPr id="7" name="Google Shape;7;p9"/>
          <p:cNvSpPr txBox="1"/>
          <p:nvPr>
            <p:ph idx="1" type="body"/>
          </p:nvPr>
        </p:nvSpPr>
        <p:spPr>
          <a:xfrm>
            <a:off x="457200" y="1905000"/>
            <a:ext cx="8229600" cy="4114800"/>
          </a:xfrm>
          <a:prstGeom prst="rect">
            <a:avLst/>
          </a:prstGeom>
          <a:noFill/>
          <a:ln>
            <a:noFill/>
          </a:ln>
        </p:spPr>
        <p:txBody>
          <a:bodyPr anchorCtr="0" anchor="t" bIns="45700" lIns="91425" spcFirstLastPara="1" rIns="91425" wrap="square" tIns="45700">
            <a:noAutofit/>
          </a:bodyPr>
          <a:lstStyle>
            <a:lvl1pPr indent="-472440" lvl="0" marL="457200" marR="0" rtl="0" algn="l">
              <a:spcBef>
                <a:spcPts val="640"/>
              </a:spcBef>
              <a:spcAft>
                <a:spcPts val="0"/>
              </a:spcAft>
              <a:buClr>
                <a:schemeClr val="hlink"/>
              </a:buClr>
              <a:buSzPts val="3840"/>
              <a:buFont typeface="Tahoma"/>
              <a:buChar char="•"/>
              <a:defRPr b="0" i="0" sz="3200" u="none" cap="none" strike="noStrike">
                <a:solidFill>
                  <a:schemeClr val="lt1"/>
                </a:solidFill>
                <a:latin typeface="Tahoma"/>
                <a:ea typeface="Tahoma"/>
                <a:cs typeface="Tahoma"/>
                <a:sym typeface="Tahoma"/>
              </a:defRPr>
            </a:lvl1pPr>
            <a:lvl2pPr indent="-406400" lvl="1" marL="914400" marR="0" rtl="0" algn="l">
              <a:spcBef>
                <a:spcPts val="560"/>
              </a:spcBef>
              <a:spcAft>
                <a:spcPts val="0"/>
              </a:spcAft>
              <a:buClr>
                <a:schemeClr val="lt1"/>
              </a:buClr>
              <a:buSzPts val="2800"/>
              <a:buFont typeface="Tahoma"/>
              <a:buChar char="–"/>
              <a:defRPr b="0" i="0" sz="2800" u="none" cap="none" strike="noStrike">
                <a:solidFill>
                  <a:schemeClr val="lt1"/>
                </a:solidFill>
                <a:latin typeface="Tahoma"/>
                <a:ea typeface="Tahoma"/>
                <a:cs typeface="Tahoma"/>
                <a:sym typeface="Tahoma"/>
              </a:defRPr>
            </a:lvl2pPr>
            <a:lvl3pPr indent="-411480" lvl="2" marL="1371600" marR="0" rtl="0" algn="l">
              <a:spcBef>
                <a:spcPts val="480"/>
              </a:spcBef>
              <a:spcAft>
                <a:spcPts val="0"/>
              </a:spcAft>
              <a:buClr>
                <a:schemeClr val="hlink"/>
              </a:buClr>
              <a:buSzPts val="2880"/>
              <a:buFont typeface="Tahoma"/>
              <a:buChar char="•"/>
              <a:defRPr b="0" i="0" sz="2400" u="none" cap="none" strike="noStrike">
                <a:solidFill>
                  <a:schemeClr val="lt1"/>
                </a:solidFill>
                <a:latin typeface="Tahoma"/>
                <a:ea typeface="Tahoma"/>
                <a:cs typeface="Tahoma"/>
                <a:sym typeface="Tahoma"/>
              </a:defRPr>
            </a:lvl3pPr>
            <a:lvl4pPr indent="-355600" lvl="3" marL="1828800" marR="0" rtl="0" algn="l">
              <a:spcBef>
                <a:spcPts val="400"/>
              </a:spcBef>
              <a:spcAft>
                <a:spcPts val="0"/>
              </a:spcAft>
              <a:buClr>
                <a:schemeClr val="lt1"/>
              </a:buClr>
              <a:buSzPts val="2000"/>
              <a:buFont typeface="Tahoma"/>
              <a:buChar char="–"/>
              <a:defRPr b="0" i="0" sz="2000" u="none" cap="none" strike="noStrike">
                <a:solidFill>
                  <a:schemeClr val="lt1"/>
                </a:solidFill>
                <a:latin typeface="Tahoma"/>
                <a:ea typeface="Tahoma"/>
                <a:cs typeface="Tahoma"/>
                <a:sym typeface="Tahoma"/>
              </a:defRPr>
            </a:lvl4pPr>
            <a:lvl5pPr indent="-330200" lvl="4" marL="2286000" marR="0" rtl="0" algn="l">
              <a:spcBef>
                <a:spcPts val="400"/>
              </a:spcBef>
              <a:spcAft>
                <a:spcPts val="0"/>
              </a:spcAft>
              <a:buClr>
                <a:schemeClr val="hlink"/>
              </a:buClr>
              <a:buSzPts val="1600"/>
              <a:buFont typeface="Noto Sans Symbols"/>
              <a:buChar char="❖"/>
              <a:defRPr b="0" i="0" sz="2000" u="none" cap="none" strike="noStrike">
                <a:solidFill>
                  <a:schemeClr val="lt1"/>
                </a:solidFill>
                <a:latin typeface="Tahoma"/>
                <a:ea typeface="Tahoma"/>
                <a:cs typeface="Tahoma"/>
                <a:sym typeface="Tahoma"/>
              </a:defRPr>
            </a:lvl5pPr>
            <a:lvl6pPr indent="-342900" lvl="5" marL="27432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Tahoma"/>
                <a:ea typeface="Tahoma"/>
                <a:cs typeface="Tahoma"/>
                <a:sym typeface="Tahoma"/>
              </a:defRPr>
            </a:lvl6pPr>
            <a:lvl7pPr indent="-342900" lvl="6" marL="32004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Tahoma"/>
                <a:ea typeface="Tahoma"/>
                <a:cs typeface="Tahoma"/>
                <a:sym typeface="Tahoma"/>
              </a:defRPr>
            </a:lvl7pPr>
            <a:lvl8pPr indent="-342900" lvl="7" marL="36576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Tahoma"/>
                <a:ea typeface="Tahoma"/>
                <a:cs typeface="Tahoma"/>
                <a:sym typeface="Tahoma"/>
              </a:defRPr>
            </a:lvl8pPr>
            <a:lvl9pPr indent="-342900" lvl="8" marL="41148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Tahoma"/>
                <a:ea typeface="Tahoma"/>
                <a:cs typeface="Tahoma"/>
                <a:sym typeface="Tahoma"/>
              </a:defRPr>
            </a:lvl9pPr>
          </a:lstStyle>
          <a:p/>
        </p:txBody>
      </p:sp>
      <p:sp>
        <p:nvSpPr>
          <p:cNvPr id="8" name="Google Shape;8;p9"/>
          <p:cNvSpPr txBox="1"/>
          <p:nvPr>
            <p:ph idx="12" type="sldNum"/>
          </p:nvPr>
        </p:nvSpPr>
        <p:spPr>
          <a:xfrm>
            <a:off x="6553200" y="6245225"/>
            <a:ext cx="2133600" cy="476250"/>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chemeClr val="lt1"/>
              </a:buClr>
              <a:buSzPts val="1400"/>
              <a:buFont typeface="Arial"/>
              <a:buNone/>
              <a:defRPr b="0" i="0" sz="1400" u="none" cap="none" strike="noStrike">
                <a:solidFill>
                  <a:schemeClr val="lt1"/>
                </a:solidFill>
                <a:latin typeface="Arial"/>
                <a:ea typeface="Arial"/>
                <a:cs typeface="Arial"/>
                <a:sym typeface="Arial"/>
              </a:defRPr>
            </a:lvl1pPr>
            <a:lvl2pPr indent="0" lvl="1" marL="0" marR="0" rtl="0" algn="r">
              <a:lnSpc>
                <a:spcPct val="100000"/>
              </a:lnSpc>
              <a:spcBef>
                <a:spcPts val="0"/>
              </a:spcBef>
              <a:spcAft>
                <a:spcPts val="0"/>
              </a:spcAft>
              <a:buClr>
                <a:schemeClr val="lt1"/>
              </a:buClr>
              <a:buSzPts val="1400"/>
              <a:buFont typeface="Arial"/>
              <a:buNone/>
              <a:defRPr b="0" i="0" sz="1400" u="none" cap="none" strike="noStrike">
                <a:solidFill>
                  <a:schemeClr val="lt1"/>
                </a:solidFill>
                <a:latin typeface="Arial"/>
                <a:ea typeface="Arial"/>
                <a:cs typeface="Arial"/>
                <a:sym typeface="Arial"/>
              </a:defRPr>
            </a:lvl2pPr>
            <a:lvl3pPr indent="0" lvl="2" marL="0" marR="0" rtl="0" algn="r">
              <a:lnSpc>
                <a:spcPct val="100000"/>
              </a:lnSpc>
              <a:spcBef>
                <a:spcPts val="0"/>
              </a:spcBef>
              <a:spcAft>
                <a:spcPts val="0"/>
              </a:spcAft>
              <a:buClr>
                <a:schemeClr val="lt1"/>
              </a:buClr>
              <a:buSzPts val="1400"/>
              <a:buFont typeface="Arial"/>
              <a:buNone/>
              <a:defRPr b="0" i="0" sz="1400" u="none" cap="none" strike="noStrike">
                <a:solidFill>
                  <a:schemeClr val="lt1"/>
                </a:solidFill>
                <a:latin typeface="Arial"/>
                <a:ea typeface="Arial"/>
                <a:cs typeface="Arial"/>
                <a:sym typeface="Arial"/>
              </a:defRPr>
            </a:lvl3pPr>
            <a:lvl4pPr indent="0" lvl="3" marL="0" marR="0" rtl="0" algn="r">
              <a:lnSpc>
                <a:spcPct val="100000"/>
              </a:lnSpc>
              <a:spcBef>
                <a:spcPts val="0"/>
              </a:spcBef>
              <a:spcAft>
                <a:spcPts val="0"/>
              </a:spcAft>
              <a:buClr>
                <a:schemeClr val="lt1"/>
              </a:buClr>
              <a:buSzPts val="1400"/>
              <a:buFont typeface="Arial"/>
              <a:buNone/>
              <a:defRPr b="0" i="0" sz="1400" u="none" cap="none" strike="noStrike">
                <a:solidFill>
                  <a:schemeClr val="lt1"/>
                </a:solidFill>
                <a:latin typeface="Arial"/>
                <a:ea typeface="Arial"/>
                <a:cs typeface="Arial"/>
                <a:sym typeface="Arial"/>
              </a:defRPr>
            </a:lvl4pPr>
            <a:lvl5pPr indent="0" lvl="4" marL="0" marR="0" rtl="0" algn="r">
              <a:lnSpc>
                <a:spcPct val="100000"/>
              </a:lnSpc>
              <a:spcBef>
                <a:spcPts val="0"/>
              </a:spcBef>
              <a:spcAft>
                <a:spcPts val="0"/>
              </a:spcAft>
              <a:buClr>
                <a:schemeClr val="lt1"/>
              </a:buClr>
              <a:buSzPts val="1400"/>
              <a:buFont typeface="Arial"/>
              <a:buNone/>
              <a:defRPr b="0" i="0" sz="1400" u="none" cap="none" strike="noStrike">
                <a:solidFill>
                  <a:schemeClr val="lt1"/>
                </a:solidFill>
                <a:latin typeface="Arial"/>
                <a:ea typeface="Arial"/>
                <a:cs typeface="Arial"/>
                <a:sym typeface="Arial"/>
              </a:defRPr>
            </a:lvl5pPr>
            <a:lvl6pPr indent="0" lvl="5" marL="0" marR="0" rtl="0" algn="r">
              <a:lnSpc>
                <a:spcPct val="100000"/>
              </a:lnSpc>
              <a:spcBef>
                <a:spcPts val="0"/>
              </a:spcBef>
              <a:spcAft>
                <a:spcPts val="0"/>
              </a:spcAft>
              <a:buClr>
                <a:schemeClr val="lt1"/>
              </a:buClr>
              <a:buSzPts val="1400"/>
              <a:buFont typeface="Arial"/>
              <a:buNone/>
              <a:defRPr b="0" i="0" sz="1400" u="none" cap="none" strike="noStrike">
                <a:solidFill>
                  <a:schemeClr val="lt1"/>
                </a:solidFill>
                <a:latin typeface="Arial"/>
                <a:ea typeface="Arial"/>
                <a:cs typeface="Arial"/>
                <a:sym typeface="Arial"/>
              </a:defRPr>
            </a:lvl6pPr>
            <a:lvl7pPr indent="0" lvl="6" marL="0" marR="0" rtl="0" algn="r">
              <a:lnSpc>
                <a:spcPct val="100000"/>
              </a:lnSpc>
              <a:spcBef>
                <a:spcPts val="0"/>
              </a:spcBef>
              <a:spcAft>
                <a:spcPts val="0"/>
              </a:spcAft>
              <a:buClr>
                <a:schemeClr val="lt1"/>
              </a:buClr>
              <a:buSzPts val="1400"/>
              <a:buFont typeface="Arial"/>
              <a:buNone/>
              <a:defRPr b="0" i="0" sz="1400" u="none" cap="none" strike="noStrike">
                <a:solidFill>
                  <a:schemeClr val="lt1"/>
                </a:solidFill>
                <a:latin typeface="Arial"/>
                <a:ea typeface="Arial"/>
                <a:cs typeface="Arial"/>
                <a:sym typeface="Arial"/>
              </a:defRPr>
            </a:lvl7pPr>
            <a:lvl8pPr indent="0" lvl="7" marL="0" marR="0" rtl="0" algn="r">
              <a:lnSpc>
                <a:spcPct val="100000"/>
              </a:lnSpc>
              <a:spcBef>
                <a:spcPts val="0"/>
              </a:spcBef>
              <a:spcAft>
                <a:spcPts val="0"/>
              </a:spcAft>
              <a:buClr>
                <a:schemeClr val="lt1"/>
              </a:buClr>
              <a:buSzPts val="1400"/>
              <a:buFont typeface="Arial"/>
              <a:buNone/>
              <a:defRPr b="0" i="0" sz="1400" u="none" cap="none" strike="noStrike">
                <a:solidFill>
                  <a:schemeClr val="lt1"/>
                </a:solidFill>
                <a:latin typeface="Arial"/>
                <a:ea typeface="Arial"/>
                <a:cs typeface="Arial"/>
                <a:sym typeface="Arial"/>
              </a:defRPr>
            </a:lvl8pPr>
            <a:lvl9pPr indent="0" lvl="8" marL="0" marR="0" rtl="0" algn="r">
              <a:lnSpc>
                <a:spcPct val="100000"/>
              </a:lnSpc>
              <a:spcBef>
                <a:spcPts val="0"/>
              </a:spcBef>
              <a:spcAft>
                <a:spcPts val="0"/>
              </a:spcAft>
              <a:buClr>
                <a:schemeClr val="lt1"/>
              </a:buClr>
              <a:buSzPts val="1400"/>
              <a:buFont typeface="Arial"/>
              <a:buNone/>
              <a:defRPr b="0" i="0" sz="14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solidFill>
                <a:srgbClr val="000000"/>
              </a:solidFill>
            </a:endParaRPr>
          </a:p>
        </p:txBody>
      </p:sp>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CC"/>
        </a:solidFill>
      </p:bgPr>
    </p:bg>
    <p:spTree>
      <p:nvGrpSpPr>
        <p:cNvPr id="12" name="Shape 12"/>
        <p:cNvGrpSpPr/>
        <p:nvPr/>
      </p:nvGrpSpPr>
      <p:grpSpPr>
        <a:xfrm>
          <a:off x="0" y="0"/>
          <a:ext cx="0" cy="0"/>
          <a:chOff x="0" y="0"/>
          <a:chExt cx="0" cy="0"/>
        </a:xfrm>
      </p:grpSpPr>
      <p:sp>
        <p:nvSpPr>
          <p:cNvPr id="13" name="Google Shape;13;p11"/>
          <p:cNvSpPr txBox="1"/>
          <p:nvPr>
            <p:ph type="title"/>
          </p:nvPr>
        </p:nvSpPr>
        <p:spPr>
          <a:xfrm>
            <a:off x="457200" y="292100"/>
            <a:ext cx="8229600" cy="138430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4400" u="none" cap="none" strike="noStrike">
                <a:solidFill>
                  <a:schemeClr val="lt2"/>
                </a:solidFill>
                <a:latin typeface="Tahoma"/>
                <a:ea typeface="Tahoma"/>
                <a:cs typeface="Tahoma"/>
                <a:sym typeface="Tahoma"/>
              </a:defRPr>
            </a:lvl1pPr>
            <a:lvl2pPr lvl="1" marR="0" rtl="0" algn="l">
              <a:spcBef>
                <a:spcPts val="0"/>
              </a:spcBef>
              <a:spcAft>
                <a:spcPts val="0"/>
              </a:spcAft>
              <a:buSzPts val="1400"/>
              <a:buNone/>
              <a:defRPr b="0" i="0" sz="4400" u="none" cap="none" strike="noStrike">
                <a:solidFill>
                  <a:schemeClr val="lt2"/>
                </a:solidFill>
                <a:latin typeface="Tahoma"/>
                <a:ea typeface="Tahoma"/>
                <a:cs typeface="Tahoma"/>
                <a:sym typeface="Tahoma"/>
              </a:defRPr>
            </a:lvl2pPr>
            <a:lvl3pPr lvl="2" marR="0" rtl="0" algn="l">
              <a:spcBef>
                <a:spcPts val="0"/>
              </a:spcBef>
              <a:spcAft>
                <a:spcPts val="0"/>
              </a:spcAft>
              <a:buSzPts val="1400"/>
              <a:buNone/>
              <a:defRPr b="0" i="0" sz="4400" u="none" cap="none" strike="noStrike">
                <a:solidFill>
                  <a:schemeClr val="lt2"/>
                </a:solidFill>
                <a:latin typeface="Tahoma"/>
                <a:ea typeface="Tahoma"/>
                <a:cs typeface="Tahoma"/>
                <a:sym typeface="Tahoma"/>
              </a:defRPr>
            </a:lvl3pPr>
            <a:lvl4pPr lvl="3" marR="0" rtl="0" algn="l">
              <a:spcBef>
                <a:spcPts val="0"/>
              </a:spcBef>
              <a:spcAft>
                <a:spcPts val="0"/>
              </a:spcAft>
              <a:buSzPts val="1400"/>
              <a:buNone/>
              <a:defRPr b="0" i="0" sz="4400" u="none" cap="none" strike="noStrike">
                <a:solidFill>
                  <a:schemeClr val="lt2"/>
                </a:solidFill>
                <a:latin typeface="Tahoma"/>
                <a:ea typeface="Tahoma"/>
                <a:cs typeface="Tahoma"/>
                <a:sym typeface="Tahoma"/>
              </a:defRPr>
            </a:lvl4pPr>
            <a:lvl5pPr lvl="4" marR="0" rtl="0" algn="l">
              <a:spcBef>
                <a:spcPts val="0"/>
              </a:spcBef>
              <a:spcAft>
                <a:spcPts val="0"/>
              </a:spcAft>
              <a:buSzPts val="1400"/>
              <a:buNone/>
              <a:defRPr b="0" i="0" sz="4400" u="none" cap="none" strike="noStrike">
                <a:solidFill>
                  <a:schemeClr val="lt2"/>
                </a:solidFill>
                <a:latin typeface="Tahoma"/>
                <a:ea typeface="Tahoma"/>
                <a:cs typeface="Tahoma"/>
                <a:sym typeface="Tahoma"/>
              </a:defRPr>
            </a:lvl5pPr>
            <a:lvl6pPr lvl="5" marR="0" rtl="0" algn="l">
              <a:spcBef>
                <a:spcPts val="0"/>
              </a:spcBef>
              <a:spcAft>
                <a:spcPts val="0"/>
              </a:spcAft>
              <a:buSzPts val="1400"/>
              <a:buNone/>
              <a:defRPr b="0" i="0" sz="4400" u="none" cap="none" strike="noStrike">
                <a:solidFill>
                  <a:schemeClr val="lt2"/>
                </a:solidFill>
                <a:latin typeface="Tahoma"/>
                <a:ea typeface="Tahoma"/>
                <a:cs typeface="Tahoma"/>
                <a:sym typeface="Tahoma"/>
              </a:defRPr>
            </a:lvl6pPr>
            <a:lvl7pPr lvl="6" marR="0" rtl="0" algn="l">
              <a:spcBef>
                <a:spcPts val="0"/>
              </a:spcBef>
              <a:spcAft>
                <a:spcPts val="0"/>
              </a:spcAft>
              <a:buSzPts val="1400"/>
              <a:buNone/>
              <a:defRPr b="0" i="0" sz="4400" u="none" cap="none" strike="noStrike">
                <a:solidFill>
                  <a:schemeClr val="lt2"/>
                </a:solidFill>
                <a:latin typeface="Tahoma"/>
                <a:ea typeface="Tahoma"/>
                <a:cs typeface="Tahoma"/>
                <a:sym typeface="Tahoma"/>
              </a:defRPr>
            </a:lvl7pPr>
            <a:lvl8pPr lvl="7" marR="0" rtl="0" algn="l">
              <a:spcBef>
                <a:spcPts val="0"/>
              </a:spcBef>
              <a:spcAft>
                <a:spcPts val="0"/>
              </a:spcAft>
              <a:buSzPts val="1400"/>
              <a:buNone/>
              <a:defRPr b="0" i="0" sz="4400" u="none" cap="none" strike="noStrike">
                <a:solidFill>
                  <a:schemeClr val="lt2"/>
                </a:solidFill>
                <a:latin typeface="Tahoma"/>
                <a:ea typeface="Tahoma"/>
                <a:cs typeface="Tahoma"/>
                <a:sym typeface="Tahoma"/>
              </a:defRPr>
            </a:lvl8pPr>
            <a:lvl9pPr lvl="8" marR="0" rtl="0" algn="l">
              <a:spcBef>
                <a:spcPts val="0"/>
              </a:spcBef>
              <a:spcAft>
                <a:spcPts val="0"/>
              </a:spcAft>
              <a:buSzPts val="1400"/>
              <a:buNone/>
              <a:defRPr b="0" i="0" sz="4400" u="none" cap="none" strike="noStrike">
                <a:solidFill>
                  <a:schemeClr val="lt2"/>
                </a:solidFill>
                <a:latin typeface="Tahoma"/>
                <a:ea typeface="Tahoma"/>
                <a:cs typeface="Tahoma"/>
                <a:sym typeface="Tahoma"/>
              </a:defRPr>
            </a:lvl9pPr>
          </a:lstStyle>
          <a:p/>
        </p:txBody>
      </p:sp>
      <p:sp>
        <p:nvSpPr>
          <p:cNvPr id="14" name="Google Shape;14;p11"/>
          <p:cNvSpPr txBox="1"/>
          <p:nvPr>
            <p:ph idx="1" type="body"/>
          </p:nvPr>
        </p:nvSpPr>
        <p:spPr>
          <a:xfrm>
            <a:off x="457200" y="1905000"/>
            <a:ext cx="8229600" cy="4114800"/>
          </a:xfrm>
          <a:prstGeom prst="rect">
            <a:avLst/>
          </a:prstGeom>
          <a:noFill/>
          <a:ln>
            <a:noFill/>
          </a:ln>
        </p:spPr>
        <p:txBody>
          <a:bodyPr anchorCtr="0" anchor="t" bIns="45700" lIns="91425" spcFirstLastPara="1" rIns="91425" wrap="square" tIns="45700">
            <a:noAutofit/>
          </a:bodyPr>
          <a:lstStyle>
            <a:lvl1pPr indent="-472440" lvl="0" marL="457200" marR="0" rtl="0" algn="l">
              <a:spcBef>
                <a:spcPts val="640"/>
              </a:spcBef>
              <a:spcAft>
                <a:spcPts val="0"/>
              </a:spcAft>
              <a:buClr>
                <a:schemeClr val="hlink"/>
              </a:buClr>
              <a:buSzPts val="3840"/>
              <a:buFont typeface="Tahoma"/>
              <a:buChar char="•"/>
              <a:defRPr b="0" i="0" sz="3200" u="none" cap="none" strike="noStrike">
                <a:solidFill>
                  <a:schemeClr val="lt1"/>
                </a:solidFill>
                <a:latin typeface="Tahoma"/>
                <a:ea typeface="Tahoma"/>
                <a:cs typeface="Tahoma"/>
                <a:sym typeface="Tahoma"/>
              </a:defRPr>
            </a:lvl1pPr>
            <a:lvl2pPr indent="-406400" lvl="1" marL="914400" marR="0" rtl="0" algn="l">
              <a:spcBef>
                <a:spcPts val="560"/>
              </a:spcBef>
              <a:spcAft>
                <a:spcPts val="0"/>
              </a:spcAft>
              <a:buClr>
                <a:schemeClr val="lt1"/>
              </a:buClr>
              <a:buSzPts val="2800"/>
              <a:buFont typeface="Tahoma"/>
              <a:buChar char="–"/>
              <a:defRPr b="0" i="0" sz="2800" u="none" cap="none" strike="noStrike">
                <a:solidFill>
                  <a:schemeClr val="lt1"/>
                </a:solidFill>
                <a:latin typeface="Tahoma"/>
                <a:ea typeface="Tahoma"/>
                <a:cs typeface="Tahoma"/>
                <a:sym typeface="Tahoma"/>
              </a:defRPr>
            </a:lvl2pPr>
            <a:lvl3pPr indent="-411480" lvl="2" marL="1371600" marR="0" rtl="0" algn="l">
              <a:spcBef>
                <a:spcPts val="480"/>
              </a:spcBef>
              <a:spcAft>
                <a:spcPts val="0"/>
              </a:spcAft>
              <a:buClr>
                <a:schemeClr val="hlink"/>
              </a:buClr>
              <a:buSzPts val="2880"/>
              <a:buFont typeface="Tahoma"/>
              <a:buChar char="•"/>
              <a:defRPr b="0" i="0" sz="2400" u="none" cap="none" strike="noStrike">
                <a:solidFill>
                  <a:schemeClr val="lt1"/>
                </a:solidFill>
                <a:latin typeface="Tahoma"/>
                <a:ea typeface="Tahoma"/>
                <a:cs typeface="Tahoma"/>
                <a:sym typeface="Tahoma"/>
              </a:defRPr>
            </a:lvl3pPr>
            <a:lvl4pPr indent="-355600" lvl="3" marL="1828800" marR="0" rtl="0" algn="l">
              <a:spcBef>
                <a:spcPts val="400"/>
              </a:spcBef>
              <a:spcAft>
                <a:spcPts val="0"/>
              </a:spcAft>
              <a:buClr>
                <a:schemeClr val="lt1"/>
              </a:buClr>
              <a:buSzPts val="2000"/>
              <a:buFont typeface="Tahoma"/>
              <a:buChar char="–"/>
              <a:defRPr b="0" i="0" sz="2000" u="none" cap="none" strike="noStrike">
                <a:solidFill>
                  <a:schemeClr val="lt1"/>
                </a:solidFill>
                <a:latin typeface="Tahoma"/>
                <a:ea typeface="Tahoma"/>
                <a:cs typeface="Tahoma"/>
                <a:sym typeface="Tahoma"/>
              </a:defRPr>
            </a:lvl4pPr>
            <a:lvl5pPr indent="-330200" lvl="4" marL="2286000" marR="0" rtl="0" algn="l">
              <a:spcBef>
                <a:spcPts val="400"/>
              </a:spcBef>
              <a:spcAft>
                <a:spcPts val="0"/>
              </a:spcAft>
              <a:buClr>
                <a:schemeClr val="hlink"/>
              </a:buClr>
              <a:buSzPts val="1600"/>
              <a:buFont typeface="Noto Sans Symbols"/>
              <a:buChar char="❖"/>
              <a:defRPr b="0" i="0" sz="2000" u="none" cap="none" strike="noStrike">
                <a:solidFill>
                  <a:schemeClr val="lt1"/>
                </a:solidFill>
                <a:latin typeface="Tahoma"/>
                <a:ea typeface="Tahoma"/>
                <a:cs typeface="Tahoma"/>
                <a:sym typeface="Tahoma"/>
              </a:defRPr>
            </a:lvl5pPr>
            <a:lvl6pPr indent="-342900" lvl="5" marL="27432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Tahoma"/>
                <a:ea typeface="Tahoma"/>
                <a:cs typeface="Tahoma"/>
                <a:sym typeface="Tahoma"/>
              </a:defRPr>
            </a:lvl6pPr>
            <a:lvl7pPr indent="-342900" lvl="6" marL="32004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Tahoma"/>
                <a:ea typeface="Tahoma"/>
                <a:cs typeface="Tahoma"/>
                <a:sym typeface="Tahoma"/>
              </a:defRPr>
            </a:lvl7pPr>
            <a:lvl8pPr indent="-342900" lvl="7" marL="36576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Tahoma"/>
                <a:ea typeface="Tahoma"/>
                <a:cs typeface="Tahoma"/>
                <a:sym typeface="Tahoma"/>
              </a:defRPr>
            </a:lvl8pPr>
            <a:lvl9pPr indent="-342900" lvl="8" marL="41148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Tahoma"/>
                <a:ea typeface="Tahoma"/>
                <a:cs typeface="Tahoma"/>
                <a:sym typeface="Tahoma"/>
              </a:defRPr>
            </a:lvl9pPr>
          </a:lstStyle>
          <a:p/>
        </p:txBody>
      </p:sp>
      <p:sp>
        <p:nvSpPr>
          <p:cNvPr id="15" name="Google Shape;15;p11"/>
          <p:cNvSpPr txBox="1"/>
          <p:nvPr>
            <p:ph idx="10" type="dt"/>
          </p:nvPr>
        </p:nvSpPr>
        <p:spPr>
          <a:xfrm>
            <a:off x="457200" y="6245225"/>
            <a:ext cx="2133600" cy="47625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800" u="none" cap="none" strike="noStrike">
                <a:solidFill>
                  <a:schemeClr val="lt1"/>
                </a:solidFill>
                <a:latin typeface="Tahoma"/>
                <a:ea typeface="Tahoma"/>
                <a:cs typeface="Tahoma"/>
                <a:sym typeface="Tahoma"/>
              </a:defRPr>
            </a:lvl1pPr>
            <a:lvl2pPr lvl="1" marR="0" rtl="0" algn="l">
              <a:lnSpc>
                <a:spcPct val="100000"/>
              </a:lnSpc>
              <a:spcBef>
                <a:spcPts val="0"/>
              </a:spcBef>
              <a:spcAft>
                <a:spcPts val="0"/>
              </a:spcAft>
              <a:buSzPts val="1400"/>
              <a:buNone/>
              <a:defRPr b="0" i="0" sz="1800" u="none" cap="none" strike="noStrike">
                <a:solidFill>
                  <a:schemeClr val="lt1"/>
                </a:solidFill>
                <a:latin typeface="Tahoma"/>
                <a:ea typeface="Tahoma"/>
                <a:cs typeface="Tahoma"/>
                <a:sym typeface="Tahoma"/>
              </a:defRPr>
            </a:lvl2pPr>
            <a:lvl3pPr lvl="2" marR="0" rtl="0" algn="l">
              <a:lnSpc>
                <a:spcPct val="100000"/>
              </a:lnSpc>
              <a:spcBef>
                <a:spcPts val="0"/>
              </a:spcBef>
              <a:spcAft>
                <a:spcPts val="0"/>
              </a:spcAft>
              <a:buSzPts val="1400"/>
              <a:buNone/>
              <a:defRPr b="0" i="0" sz="1800" u="none" cap="none" strike="noStrike">
                <a:solidFill>
                  <a:schemeClr val="lt1"/>
                </a:solidFill>
                <a:latin typeface="Tahoma"/>
                <a:ea typeface="Tahoma"/>
                <a:cs typeface="Tahoma"/>
                <a:sym typeface="Tahoma"/>
              </a:defRPr>
            </a:lvl3pPr>
            <a:lvl4pPr lvl="3" marR="0" rtl="0" algn="l">
              <a:lnSpc>
                <a:spcPct val="100000"/>
              </a:lnSpc>
              <a:spcBef>
                <a:spcPts val="0"/>
              </a:spcBef>
              <a:spcAft>
                <a:spcPts val="0"/>
              </a:spcAft>
              <a:buSzPts val="1400"/>
              <a:buNone/>
              <a:defRPr b="0" i="0" sz="1800" u="none" cap="none" strike="noStrike">
                <a:solidFill>
                  <a:schemeClr val="lt1"/>
                </a:solidFill>
                <a:latin typeface="Tahoma"/>
                <a:ea typeface="Tahoma"/>
                <a:cs typeface="Tahoma"/>
                <a:sym typeface="Tahoma"/>
              </a:defRPr>
            </a:lvl4pPr>
            <a:lvl5pPr lvl="4" marR="0" rtl="0" algn="l">
              <a:lnSpc>
                <a:spcPct val="100000"/>
              </a:lnSpc>
              <a:spcBef>
                <a:spcPts val="0"/>
              </a:spcBef>
              <a:spcAft>
                <a:spcPts val="0"/>
              </a:spcAft>
              <a:buSzPts val="1400"/>
              <a:buNone/>
              <a:defRPr b="0" i="0" sz="1800" u="none" cap="none" strike="noStrike">
                <a:solidFill>
                  <a:schemeClr val="lt1"/>
                </a:solidFill>
                <a:latin typeface="Tahoma"/>
                <a:ea typeface="Tahoma"/>
                <a:cs typeface="Tahoma"/>
                <a:sym typeface="Tahoma"/>
              </a:defRPr>
            </a:lvl5pPr>
            <a:lvl6pPr lvl="5" marR="0" rtl="0" algn="l">
              <a:lnSpc>
                <a:spcPct val="100000"/>
              </a:lnSpc>
              <a:spcBef>
                <a:spcPts val="0"/>
              </a:spcBef>
              <a:spcAft>
                <a:spcPts val="0"/>
              </a:spcAft>
              <a:buSzPts val="1400"/>
              <a:buNone/>
              <a:defRPr b="0" i="0" sz="1800" u="none" cap="none" strike="noStrike">
                <a:solidFill>
                  <a:schemeClr val="lt1"/>
                </a:solidFill>
                <a:latin typeface="Tahoma"/>
                <a:ea typeface="Tahoma"/>
                <a:cs typeface="Tahoma"/>
                <a:sym typeface="Tahoma"/>
              </a:defRPr>
            </a:lvl6pPr>
            <a:lvl7pPr lvl="6" marR="0" rtl="0" algn="l">
              <a:lnSpc>
                <a:spcPct val="100000"/>
              </a:lnSpc>
              <a:spcBef>
                <a:spcPts val="0"/>
              </a:spcBef>
              <a:spcAft>
                <a:spcPts val="0"/>
              </a:spcAft>
              <a:buSzPts val="1400"/>
              <a:buNone/>
              <a:defRPr b="0" i="0" sz="1800" u="none" cap="none" strike="noStrike">
                <a:solidFill>
                  <a:schemeClr val="lt1"/>
                </a:solidFill>
                <a:latin typeface="Tahoma"/>
                <a:ea typeface="Tahoma"/>
                <a:cs typeface="Tahoma"/>
                <a:sym typeface="Tahoma"/>
              </a:defRPr>
            </a:lvl7pPr>
            <a:lvl8pPr lvl="7" marR="0" rtl="0" algn="l">
              <a:lnSpc>
                <a:spcPct val="100000"/>
              </a:lnSpc>
              <a:spcBef>
                <a:spcPts val="0"/>
              </a:spcBef>
              <a:spcAft>
                <a:spcPts val="0"/>
              </a:spcAft>
              <a:buSzPts val="1400"/>
              <a:buNone/>
              <a:defRPr b="0" i="0" sz="1800" u="none" cap="none" strike="noStrike">
                <a:solidFill>
                  <a:schemeClr val="lt1"/>
                </a:solidFill>
                <a:latin typeface="Tahoma"/>
                <a:ea typeface="Tahoma"/>
                <a:cs typeface="Tahoma"/>
                <a:sym typeface="Tahoma"/>
              </a:defRPr>
            </a:lvl8pPr>
            <a:lvl9pPr lvl="8" marR="0" rtl="0" algn="l">
              <a:lnSpc>
                <a:spcPct val="100000"/>
              </a:lnSpc>
              <a:spcBef>
                <a:spcPts val="0"/>
              </a:spcBef>
              <a:spcAft>
                <a:spcPts val="0"/>
              </a:spcAft>
              <a:buSzPts val="1400"/>
              <a:buNone/>
              <a:defRPr b="0" i="0" sz="1800" u="none" cap="none" strike="noStrike">
                <a:solidFill>
                  <a:schemeClr val="lt1"/>
                </a:solidFill>
                <a:latin typeface="Tahoma"/>
                <a:ea typeface="Tahoma"/>
                <a:cs typeface="Tahoma"/>
                <a:sym typeface="Tahoma"/>
              </a:defRPr>
            </a:lvl9pPr>
          </a:lstStyle>
          <a:p/>
        </p:txBody>
      </p:sp>
      <p:sp>
        <p:nvSpPr>
          <p:cNvPr id="16" name="Google Shape;16;p11"/>
          <p:cNvSpPr txBox="1"/>
          <p:nvPr>
            <p:ph idx="11" type="ftr"/>
          </p:nvPr>
        </p:nvSpPr>
        <p:spPr>
          <a:xfrm>
            <a:off x="3124200" y="6245225"/>
            <a:ext cx="2895600" cy="47625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800" u="none" cap="none" strike="noStrike">
                <a:solidFill>
                  <a:schemeClr val="lt1"/>
                </a:solidFill>
                <a:latin typeface="Tahoma"/>
                <a:ea typeface="Tahoma"/>
                <a:cs typeface="Tahoma"/>
                <a:sym typeface="Tahoma"/>
              </a:defRPr>
            </a:lvl1pPr>
            <a:lvl2pPr lvl="1" marR="0" rtl="0" algn="l">
              <a:lnSpc>
                <a:spcPct val="100000"/>
              </a:lnSpc>
              <a:spcBef>
                <a:spcPts val="0"/>
              </a:spcBef>
              <a:spcAft>
                <a:spcPts val="0"/>
              </a:spcAft>
              <a:buSzPts val="1400"/>
              <a:buNone/>
              <a:defRPr b="0" i="0" sz="1800" u="none" cap="none" strike="noStrike">
                <a:solidFill>
                  <a:schemeClr val="lt1"/>
                </a:solidFill>
                <a:latin typeface="Tahoma"/>
                <a:ea typeface="Tahoma"/>
                <a:cs typeface="Tahoma"/>
                <a:sym typeface="Tahoma"/>
              </a:defRPr>
            </a:lvl2pPr>
            <a:lvl3pPr lvl="2" marR="0" rtl="0" algn="l">
              <a:lnSpc>
                <a:spcPct val="100000"/>
              </a:lnSpc>
              <a:spcBef>
                <a:spcPts val="0"/>
              </a:spcBef>
              <a:spcAft>
                <a:spcPts val="0"/>
              </a:spcAft>
              <a:buSzPts val="1400"/>
              <a:buNone/>
              <a:defRPr b="0" i="0" sz="1800" u="none" cap="none" strike="noStrike">
                <a:solidFill>
                  <a:schemeClr val="lt1"/>
                </a:solidFill>
                <a:latin typeface="Tahoma"/>
                <a:ea typeface="Tahoma"/>
                <a:cs typeface="Tahoma"/>
                <a:sym typeface="Tahoma"/>
              </a:defRPr>
            </a:lvl3pPr>
            <a:lvl4pPr lvl="3" marR="0" rtl="0" algn="l">
              <a:lnSpc>
                <a:spcPct val="100000"/>
              </a:lnSpc>
              <a:spcBef>
                <a:spcPts val="0"/>
              </a:spcBef>
              <a:spcAft>
                <a:spcPts val="0"/>
              </a:spcAft>
              <a:buSzPts val="1400"/>
              <a:buNone/>
              <a:defRPr b="0" i="0" sz="1800" u="none" cap="none" strike="noStrike">
                <a:solidFill>
                  <a:schemeClr val="lt1"/>
                </a:solidFill>
                <a:latin typeface="Tahoma"/>
                <a:ea typeface="Tahoma"/>
                <a:cs typeface="Tahoma"/>
                <a:sym typeface="Tahoma"/>
              </a:defRPr>
            </a:lvl4pPr>
            <a:lvl5pPr lvl="4" marR="0" rtl="0" algn="l">
              <a:lnSpc>
                <a:spcPct val="100000"/>
              </a:lnSpc>
              <a:spcBef>
                <a:spcPts val="0"/>
              </a:spcBef>
              <a:spcAft>
                <a:spcPts val="0"/>
              </a:spcAft>
              <a:buSzPts val="1400"/>
              <a:buNone/>
              <a:defRPr b="0" i="0" sz="1800" u="none" cap="none" strike="noStrike">
                <a:solidFill>
                  <a:schemeClr val="lt1"/>
                </a:solidFill>
                <a:latin typeface="Tahoma"/>
                <a:ea typeface="Tahoma"/>
                <a:cs typeface="Tahoma"/>
                <a:sym typeface="Tahoma"/>
              </a:defRPr>
            </a:lvl5pPr>
            <a:lvl6pPr lvl="5" marR="0" rtl="0" algn="l">
              <a:lnSpc>
                <a:spcPct val="100000"/>
              </a:lnSpc>
              <a:spcBef>
                <a:spcPts val="0"/>
              </a:spcBef>
              <a:spcAft>
                <a:spcPts val="0"/>
              </a:spcAft>
              <a:buSzPts val="1400"/>
              <a:buNone/>
              <a:defRPr b="0" i="0" sz="1800" u="none" cap="none" strike="noStrike">
                <a:solidFill>
                  <a:schemeClr val="lt1"/>
                </a:solidFill>
                <a:latin typeface="Tahoma"/>
                <a:ea typeface="Tahoma"/>
                <a:cs typeface="Tahoma"/>
                <a:sym typeface="Tahoma"/>
              </a:defRPr>
            </a:lvl6pPr>
            <a:lvl7pPr lvl="6" marR="0" rtl="0" algn="l">
              <a:lnSpc>
                <a:spcPct val="100000"/>
              </a:lnSpc>
              <a:spcBef>
                <a:spcPts val="0"/>
              </a:spcBef>
              <a:spcAft>
                <a:spcPts val="0"/>
              </a:spcAft>
              <a:buSzPts val="1400"/>
              <a:buNone/>
              <a:defRPr b="0" i="0" sz="1800" u="none" cap="none" strike="noStrike">
                <a:solidFill>
                  <a:schemeClr val="lt1"/>
                </a:solidFill>
                <a:latin typeface="Tahoma"/>
                <a:ea typeface="Tahoma"/>
                <a:cs typeface="Tahoma"/>
                <a:sym typeface="Tahoma"/>
              </a:defRPr>
            </a:lvl7pPr>
            <a:lvl8pPr lvl="7" marR="0" rtl="0" algn="l">
              <a:lnSpc>
                <a:spcPct val="100000"/>
              </a:lnSpc>
              <a:spcBef>
                <a:spcPts val="0"/>
              </a:spcBef>
              <a:spcAft>
                <a:spcPts val="0"/>
              </a:spcAft>
              <a:buSzPts val="1400"/>
              <a:buNone/>
              <a:defRPr b="0" i="0" sz="1800" u="none" cap="none" strike="noStrike">
                <a:solidFill>
                  <a:schemeClr val="lt1"/>
                </a:solidFill>
                <a:latin typeface="Tahoma"/>
                <a:ea typeface="Tahoma"/>
                <a:cs typeface="Tahoma"/>
                <a:sym typeface="Tahoma"/>
              </a:defRPr>
            </a:lvl8pPr>
            <a:lvl9pPr lvl="8" marR="0" rtl="0" algn="l">
              <a:lnSpc>
                <a:spcPct val="100000"/>
              </a:lnSpc>
              <a:spcBef>
                <a:spcPts val="0"/>
              </a:spcBef>
              <a:spcAft>
                <a:spcPts val="0"/>
              </a:spcAft>
              <a:buSzPts val="1400"/>
              <a:buNone/>
              <a:defRPr b="0" i="0" sz="1800" u="none" cap="none" strike="noStrike">
                <a:solidFill>
                  <a:schemeClr val="lt1"/>
                </a:solidFill>
                <a:latin typeface="Tahoma"/>
                <a:ea typeface="Tahoma"/>
                <a:cs typeface="Tahoma"/>
                <a:sym typeface="Tahoma"/>
              </a:defRPr>
            </a:lvl9pPr>
          </a:lstStyle>
          <a:p/>
        </p:txBody>
      </p:sp>
      <p:sp>
        <p:nvSpPr>
          <p:cNvPr id="17" name="Google Shape;17;p11"/>
          <p:cNvSpPr txBox="1"/>
          <p:nvPr>
            <p:ph idx="12" type="sldNum"/>
          </p:nvPr>
        </p:nvSpPr>
        <p:spPr>
          <a:xfrm>
            <a:off x="6553200" y="6245225"/>
            <a:ext cx="2133600" cy="476250"/>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chemeClr val="lt1"/>
              </a:buClr>
              <a:buSzPts val="1400"/>
              <a:buFont typeface="Arial"/>
              <a:buNone/>
              <a:defRPr b="0" i="0" sz="1400" u="none" cap="none" strike="noStrike">
                <a:solidFill>
                  <a:schemeClr val="lt1"/>
                </a:solidFill>
                <a:latin typeface="Arial"/>
                <a:ea typeface="Arial"/>
                <a:cs typeface="Arial"/>
                <a:sym typeface="Arial"/>
              </a:defRPr>
            </a:lvl1pPr>
            <a:lvl2pPr indent="0" lvl="1" marL="0" marR="0" rtl="0" algn="r">
              <a:lnSpc>
                <a:spcPct val="100000"/>
              </a:lnSpc>
              <a:spcBef>
                <a:spcPts val="0"/>
              </a:spcBef>
              <a:spcAft>
                <a:spcPts val="0"/>
              </a:spcAft>
              <a:buClr>
                <a:schemeClr val="lt1"/>
              </a:buClr>
              <a:buSzPts val="1400"/>
              <a:buFont typeface="Arial"/>
              <a:buNone/>
              <a:defRPr b="0" i="0" sz="1400" u="none" cap="none" strike="noStrike">
                <a:solidFill>
                  <a:schemeClr val="lt1"/>
                </a:solidFill>
                <a:latin typeface="Arial"/>
                <a:ea typeface="Arial"/>
                <a:cs typeface="Arial"/>
                <a:sym typeface="Arial"/>
              </a:defRPr>
            </a:lvl2pPr>
            <a:lvl3pPr indent="0" lvl="2" marL="0" marR="0" rtl="0" algn="r">
              <a:lnSpc>
                <a:spcPct val="100000"/>
              </a:lnSpc>
              <a:spcBef>
                <a:spcPts val="0"/>
              </a:spcBef>
              <a:spcAft>
                <a:spcPts val="0"/>
              </a:spcAft>
              <a:buClr>
                <a:schemeClr val="lt1"/>
              </a:buClr>
              <a:buSzPts val="1400"/>
              <a:buFont typeface="Arial"/>
              <a:buNone/>
              <a:defRPr b="0" i="0" sz="1400" u="none" cap="none" strike="noStrike">
                <a:solidFill>
                  <a:schemeClr val="lt1"/>
                </a:solidFill>
                <a:latin typeface="Arial"/>
                <a:ea typeface="Arial"/>
                <a:cs typeface="Arial"/>
                <a:sym typeface="Arial"/>
              </a:defRPr>
            </a:lvl3pPr>
            <a:lvl4pPr indent="0" lvl="3" marL="0" marR="0" rtl="0" algn="r">
              <a:lnSpc>
                <a:spcPct val="100000"/>
              </a:lnSpc>
              <a:spcBef>
                <a:spcPts val="0"/>
              </a:spcBef>
              <a:spcAft>
                <a:spcPts val="0"/>
              </a:spcAft>
              <a:buClr>
                <a:schemeClr val="lt1"/>
              </a:buClr>
              <a:buSzPts val="1400"/>
              <a:buFont typeface="Arial"/>
              <a:buNone/>
              <a:defRPr b="0" i="0" sz="1400" u="none" cap="none" strike="noStrike">
                <a:solidFill>
                  <a:schemeClr val="lt1"/>
                </a:solidFill>
                <a:latin typeface="Arial"/>
                <a:ea typeface="Arial"/>
                <a:cs typeface="Arial"/>
                <a:sym typeface="Arial"/>
              </a:defRPr>
            </a:lvl4pPr>
            <a:lvl5pPr indent="0" lvl="4" marL="0" marR="0" rtl="0" algn="r">
              <a:lnSpc>
                <a:spcPct val="100000"/>
              </a:lnSpc>
              <a:spcBef>
                <a:spcPts val="0"/>
              </a:spcBef>
              <a:spcAft>
                <a:spcPts val="0"/>
              </a:spcAft>
              <a:buClr>
                <a:schemeClr val="lt1"/>
              </a:buClr>
              <a:buSzPts val="1400"/>
              <a:buFont typeface="Arial"/>
              <a:buNone/>
              <a:defRPr b="0" i="0" sz="1400" u="none" cap="none" strike="noStrike">
                <a:solidFill>
                  <a:schemeClr val="lt1"/>
                </a:solidFill>
                <a:latin typeface="Arial"/>
                <a:ea typeface="Arial"/>
                <a:cs typeface="Arial"/>
                <a:sym typeface="Arial"/>
              </a:defRPr>
            </a:lvl5pPr>
            <a:lvl6pPr indent="0" lvl="5" marL="0" marR="0" rtl="0" algn="r">
              <a:lnSpc>
                <a:spcPct val="100000"/>
              </a:lnSpc>
              <a:spcBef>
                <a:spcPts val="0"/>
              </a:spcBef>
              <a:spcAft>
                <a:spcPts val="0"/>
              </a:spcAft>
              <a:buClr>
                <a:schemeClr val="lt1"/>
              </a:buClr>
              <a:buSzPts val="1400"/>
              <a:buFont typeface="Arial"/>
              <a:buNone/>
              <a:defRPr b="0" i="0" sz="1400" u="none" cap="none" strike="noStrike">
                <a:solidFill>
                  <a:schemeClr val="lt1"/>
                </a:solidFill>
                <a:latin typeface="Arial"/>
                <a:ea typeface="Arial"/>
                <a:cs typeface="Arial"/>
                <a:sym typeface="Arial"/>
              </a:defRPr>
            </a:lvl6pPr>
            <a:lvl7pPr indent="0" lvl="6" marL="0" marR="0" rtl="0" algn="r">
              <a:lnSpc>
                <a:spcPct val="100000"/>
              </a:lnSpc>
              <a:spcBef>
                <a:spcPts val="0"/>
              </a:spcBef>
              <a:spcAft>
                <a:spcPts val="0"/>
              </a:spcAft>
              <a:buClr>
                <a:schemeClr val="lt1"/>
              </a:buClr>
              <a:buSzPts val="1400"/>
              <a:buFont typeface="Arial"/>
              <a:buNone/>
              <a:defRPr b="0" i="0" sz="1400" u="none" cap="none" strike="noStrike">
                <a:solidFill>
                  <a:schemeClr val="lt1"/>
                </a:solidFill>
                <a:latin typeface="Arial"/>
                <a:ea typeface="Arial"/>
                <a:cs typeface="Arial"/>
                <a:sym typeface="Arial"/>
              </a:defRPr>
            </a:lvl7pPr>
            <a:lvl8pPr indent="0" lvl="7" marL="0" marR="0" rtl="0" algn="r">
              <a:lnSpc>
                <a:spcPct val="100000"/>
              </a:lnSpc>
              <a:spcBef>
                <a:spcPts val="0"/>
              </a:spcBef>
              <a:spcAft>
                <a:spcPts val="0"/>
              </a:spcAft>
              <a:buClr>
                <a:schemeClr val="lt1"/>
              </a:buClr>
              <a:buSzPts val="1400"/>
              <a:buFont typeface="Arial"/>
              <a:buNone/>
              <a:defRPr b="0" i="0" sz="1400" u="none" cap="none" strike="noStrike">
                <a:solidFill>
                  <a:schemeClr val="lt1"/>
                </a:solidFill>
                <a:latin typeface="Arial"/>
                <a:ea typeface="Arial"/>
                <a:cs typeface="Arial"/>
                <a:sym typeface="Arial"/>
              </a:defRPr>
            </a:lvl8pPr>
            <a:lvl9pPr indent="0" lvl="8" marL="0" marR="0" rtl="0" algn="r">
              <a:lnSpc>
                <a:spcPct val="100000"/>
              </a:lnSpc>
              <a:spcBef>
                <a:spcPts val="0"/>
              </a:spcBef>
              <a:spcAft>
                <a:spcPts val="0"/>
              </a:spcAft>
              <a:buClr>
                <a:schemeClr val="lt1"/>
              </a:buClr>
              <a:buSzPts val="1400"/>
              <a:buFont typeface="Arial"/>
              <a:buNone/>
              <a:defRPr b="0" i="0" sz="14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solidFill>
                <a:srgbClr val="000000"/>
              </a:solidFill>
            </a:endParaRPr>
          </a:p>
        </p:txBody>
      </p:sp>
    </p:spTree>
  </p:cSld>
  <p:clrMap accent1="accent1" accent2="accent2" accent3="accent3" accent4="accent4" accent5="accent5" accent6="accent6" bg1="lt1" bg2="dk2" tx1="dk1" tx2="lt2" folHlink="folHlink" hlink="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CC"/>
        </a:solidFill>
      </p:bgPr>
    </p:bg>
    <p:spTree>
      <p:nvGrpSpPr>
        <p:cNvPr id="81" name="Shape 81"/>
        <p:cNvGrpSpPr/>
        <p:nvPr/>
      </p:nvGrpSpPr>
      <p:grpSpPr>
        <a:xfrm>
          <a:off x="0" y="0"/>
          <a:ext cx="0" cy="0"/>
          <a:chOff x="0" y="0"/>
          <a:chExt cx="0" cy="0"/>
        </a:xfrm>
      </p:grpSpPr>
      <p:sp>
        <p:nvSpPr>
          <p:cNvPr id="82" name="Google Shape;82;p22"/>
          <p:cNvSpPr/>
          <p:nvPr/>
        </p:nvSpPr>
        <p:spPr>
          <a:xfrm>
            <a:off x="285750" y="2803525"/>
            <a:ext cx="1587" cy="3035300"/>
          </a:xfrm>
          <a:custGeom>
            <a:rect b="b" l="l" r="r" t="t"/>
            <a:pathLst>
              <a:path extrusionOk="0" h="1912" w="1588">
                <a:moveTo>
                  <a:pt x="0" y="0"/>
                </a:moveTo>
                <a:lnTo>
                  <a:pt x="0" y="6"/>
                </a:lnTo>
                <a:lnTo>
                  <a:pt x="0" y="60"/>
                </a:lnTo>
                <a:lnTo>
                  <a:pt x="0" y="1912"/>
                </a:lnTo>
                <a:lnTo>
                  <a:pt x="0" y="0"/>
                </a:lnTo>
                <a:close/>
              </a:path>
            </a:pathLst>
          </a:custGeom>
          <a:solidFill>
            <a:srgbClr val="6BBA2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lt1"/>
              </a:solidFill>
              <a:latin typeface="Tahoma"/>
              <a:ea typeface="Tahoma"/>
              <a:cs typeface="Tahoma"/>
              <a:sym typeface="Tahoma"/>
            </a:endParaRPr>
          </a:p>
        </p:txBody>
      </p:sp>
      <p:sp>
        <p:nvSpPr>
          <p:cNvPr id="83" name="Google Shape;83;p22"/>
          <p:cNvSpPr txBox="1"/>
          <p:nvPr>
            <p:ph type="title"/>
          </p:nvPr>
        </p:nvSpPr>
        <p:spPr>
          <a:xfrm>
            <a:off x="457200" y="292100"/>
            <a:ext cx="8229600" cy="138430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4400" u="none" cap="none" strike="noStrike">
                <a:solidFill>
                  <a:schemeClr val="lt2"/>
                </a:solidFill>
                <a:latin typeface="Tahoma"/>
                <a:ea typeface="Tahoma"/>
                <a:cs typeface="Tahoma"/>
                <a:sym typeface="Tahoma"/>
              </a:defRPr>
            </a:lvl1pPr>
            <a:lvl2pPr lvl="1" marR="0" rtl="0" algn="l">
              <a:spcBef>
                <a:spcPts val="0"/>
              </a:spcBef>
              <a:spcAft>
                <a:spcPts val="0"/>
              </a:spcAft>
              <a:buSzPts val="1400"/>
              <a:buNone/>
              <a:defRPr b="0" i="0" sz="4400" u="none" cap="none" strike="noStrike">
                <a:solidFill>
                  <a:schemeClr val="lt2"/>
                </a:solidFill>
                <a:latin typeface="Tahoma"/>
                <a:ea typeface="Tahoma"/>
                <a:cs typeface="Tahoma"/>
                <a:sym typeface="Tahoma"/>
              </a:defRPr>
            </a:lvl2pPr>
            <a:lvl3pPr lvl="2" marR="0" rtl="0" algn="l">
              <a:spcBef>
                <a:spcPts val="0"/>
              </a:spcBef>
              <a:spcAft>
                <a:spcPts val="0"/>
              </a:spcAft>
              <a:buSzPts val="1400"/>
              <a:buNone/>
              <a:defRPr b="0" i="0" sz="4400" u="none" cap="none" strike="noStrike">
                <a:solidFill>
                  <a:schemeClr val="lt2"/>
                </a:solidFill>
                <a:latin typeface="Tahoma"/>
                <a:ea typeface="Tahoma"/>
                <a:cs typeface="Tahoma"/>
                <a:sym typeface="Tahoma"/>
              </a:defRPr>
            </a:lvl3pPr>
            <a:lvl4pPr lvl="3" marR="0" rtl="0" algn="l">
              <a:spcBef>
                <a:spcPts val="0"/>
              </a:spcBef>
              <a:spcAft>
                <a:spcPts val="0"/>
              </a:spcAft>
              <a:buSzPts val="1400"/>
              <a:buNone/>
              <a:defRPr b="0" i="0" sz="4400" u="none" cap="none" strike="noStrike">
                <a:solidFill>
                  <a:schemeClr val="lt2"/>
                </a:solidFill>
                <a:latin typeface="Tahoma"/>
                <a:ea typeface="Tahoma"/>
                <a:cs typeface="Tahoma"/>
                <a:sym typeface="Tahoma"/>
              </a:defRPr>
            </a:lvl4pPr>
            <a:lvl5pPr lvl="4" marR="0" rtl="0" algn="l">
              <a:spcBef>
                <a:spcPts val="0"/>
              </a:spcBef>
              <a:spcAft>
                <a:spcPts val="0"/>
              </a:spcAft>
              <a:buSzPts val="1400"/>
              <a:buNone/>
              <a:defRPr b="0" i="0" sz="4400" u="none" cap="none" strike="noStrike">
                <a:solidFill>
                  <a:schemeClr val="lt2"/>
                </a:solidFill>
                <a:latin typeface="Tahoma"/>
                <a:ea typeface="Tahoma"/>
                <a:cs typeface="Tahoma"/>
                <a:sym typeface="Tahoma"/>
              </a:defRPr>
            </a:lvl5pPr>
            <a:lvl6pPr lvl="5" marR="0" rtl="0" algn="l">
              <a:spcBef>
                <a:spcPts val="0"/>
              </a:spcBef>
              <a:spcAft>
                <a:spcPts val="0"/>
              </a:spcAft>
              <a:buSzPts val="1400"/>
              <a:buNone/>
              <a:defRPr b="0" i="0" sz="4400" u="none" cap="none" strike="noStrike">
                <a:solidFill>
                  <a:schemeClr val="lt2"/>
                </a:solidFill>
                <a:latin typeface="Tahoma"/>
                <a:ea typeface="Tahoma"/>
                <a:cs typeface="Tahoma"/>
                <a:sym typeface="Tahoma"/>
              </a:defRPr>
            </a:lvl6pPr>
            <a:lvl7pPr lvl="6" marR="0" rtl="0" algn="l">
              <a:spcBef>
                <a:spcPts val="0"/>
              </a:spcBef>
              <a:spcAft>
                <a:spcPts val="0"/>
              </a:spcAft>
              <a:buSzPts val="1400"/>
              <a:buNone/>
              <a:defRPr b="0" i="0" sz="4400" u="none" cap="none" strike="noStrike">
                <a:solidFill>
                  <a:schemeClr val="lt2"/>
                </a:solidFill>
                <a:latin typeface="Tahoma"/>
                <a:ea typeface="Tahoma"/>
                <a:cs typeface="Tahoma"/>
                <a:sym typeface="Tahoma"/>
              </a:defRPr>
            </a:lvl7pPr>
            <a:lvl8pPr lvl="7" marR="0" rtl="0" algn="l">
              <a:spcBef>
                <a:spcPts val="0"/>
              </a:spcBef>
              <a:spcAft>
                <a:spcPts val="0"/>
              </a:spcAft>
              <a:buSzPts val="1400"/>
              <a:buNone/>
              <a:defRPr b="0" i="0" sz="4400" u="none" cap="none" strike="noStrike">
                <a:solidFill>
                  <a:schemeClr val="lt2"/>
                </a:solidFill>
                <a:latin typeface="Tahoma"/>
                <a:ea typeface="Tahoma"/>
                <a:cs typeface="Tahoma"/>
                <a:sym typeface="Tahoma"/>
              </a:defRPr>
            </a:lvl8pPr>
            <a:lvl9pPr lvl="8" marR="0" rtl="0" algn="l">
              <a:spcBef>
                <a:spcPts val="0"/>
              </a:spcBef>
              <a:spcAft>
                <a:spcPts val="0"/>
              </a:spcAft>
              <a:buSzPts val="1400"/>
              <a:buNone/>
              <a:defRPr b="0" i="0" sz="4400" u="none" cap="none" strike="noStrike">
                <a:solidFill>
                  <a:schemeClr val="lt2"/>
                </a:solidFill>
                <a:latin typeface="Tahoma"/>
                <a:ea typeface="Tahoma"/>
                <a:cs typeface="Tahoma"/>
                <a:sym typeface="Tahoma"/>
              </a:defRPr>
            </a:lvl9pPr>
          </a:lstStyle>
          <a:p/>
        </p:txBody>
      </p:sp>
      <p:sp>
        <p:nvSpPr>
          <p:cNvPr id="84" name="Google Shape;84;p22"/>
          <p:cNvSpPr txBox="1"/>
          <p:nvPr>
            <p:ph idx="1" type="body"/>
          </p:nvPr>
        </p:nvSpPr>
        <p:spPr>
          <a:xfrm>
            <a:off x="457200" y="1905000"/>
            <a:ext cx="8229600" cy="4114800"/>
          </a:xfrm>
          <a:prstGeom prst="rect">
            <a:avLst/>
          </a:prstGeom>
          <a:noFill/>
          <a:ln>
            <a:noFill/>
          </a:ln>
        </p:spPr>
        <p:txBody>
          <a:bodyPr anchorCtr="0" anchor="t" bIns="45700" lIns="91425" spcFirstLastPara="1" rIns="91425" wrap="square" tIns="45700">
            <a:noAutofit/>
          </a:bodyPr>
          <a:lstStyle>
            <a:lvl1pPr indent="-472440" lvl="0" marL="457200" marR="0" rtl="0" algn="l">
              <a:spcBef>
                <a:spcPts val="640"/>
              </a:spcBef>
              <a:spcAft>
                <a:spcPts val="0"/>
              </a:spcAft>
              <a:buClr>
                <a:schemeClr val="hlink"/>
              </a:buClr>
              <a:buSzPts val="3840"/>
              <a:buFont typeface="Tahoma"/>
              <a:buChar char="•"/>
              <a:defRPr b="0" i="0" sz="3200" u="none" cap="none" strike="noStrike">
                <a:solidFill>
                  <a:schemeClr val="lt1"/>
                </a:solidFill>
                <a:latin typeface="Tahoma"/>
                <a:ea typeface="Tahoma"/>
                <a:cs typeface="Tahoma"/>
                <a:sym typeface="Tahoma"/>
              </a:defRPr>
            </a:lvl1pPr>
            <a:lvl2pPr indent="-406400" lvl="1" marL="914400" marR="0" rtl="0" algn="l">
              <a:spcBef>
                <a:spcPts val="560"/>
              </a:spcBef>
              <a:spcAft>
                <a:spcPts val="0"/>
              </a:spcAft>
              <a:buClr>
                <a:schemeClr val="lt1"/>
              </a:buClr>
              <a:buSzPts val="2800"/>
              <a:buFont typeface="Tahoma"/>
              <a:buChar char="–"/>
              <a:defRPr b="0" i="0" sz="2800" u="none" cap="none" strike="noStrike">
                <a:solidFill>
                  <a:schemeClr val="lt1"/>
                </a:solidFill>
                <a:latin typeface="Tahoma"/>
                <a:ea typeface="Tahoma"/>
                <a:cs typeface="Tahoma"/>
                <a:sym typeface="Tahoma"/>
              </a:defRPr>
            </a:lvl2pPr>
            <a:lvl3pPr indent="-411480" lvl="2" marL="1371600" marR="0" rtl="0" algn="l">
              <a:spcBef>
                <a:spcPts val="480"/>
              </a:spcBef>
              <a:spcAft>
                <a:spcPts val="0"/>
              </a:spcAft>
              <a:buClr>
                <a:schemeClr val="hlink"/>
              </a:buClr>
              <a:buSzPts val="2880"/>
              <a:buFont typeface="Tahoma"/>
              <a:buChar char="•"/>
              <a:defRPr b="0" i="0" sz="2400" u="none" cap="none" strike="noStrike">
                <a:solidFill>
                  <a:schemeClr val="lt1"/>
                </a:solidFill>
                <a:latin typeface="Tahoma"/>
                <a:ea typeface="Tahoma"/>
                <a:cs typeface="Tahoma"/>
                <a:sym typeface="Tahoma"/>
              </a:defRPr>
            </a:lvl3pPr>
            <a:lvl4pPr indent="-355600" lvl="3" marL="1828800" marR="0" rtl="0" algn="l">
              <a:spcBef>
                <a:spcPts val="400"/>
              </a:spcBef>
              <a:spcAft>
                <a:spcPts val="0"/>
              </a:spcAft>
              <a:buClr>
                <a:schemeClr val="lt1"/>
              </a:buClr>
              <a:buSzPts val="2000"/>
              <a:buFont typeface="Tahoma"/>
              <a:buChar char="–"/>
              <a:defRPr b="0" i="0" sz="2000" u="none" cap="none" strike="noStrike">
                <a:solidFill>
                  <a:schemeClr val="lt1"/>
                </a:solidFill>
                <a:latin typeface="Tahoma"/>
                <a:ea typeface="Tahoma"/>
                <a:cs typeface="Tahoma"/>
                <a:sym typeface="Tahoma"/>
              </a:defRPr>
            </a:lvl4pPr>
            <a:lvl5pPr indent="-330200" lvl="4" marL="2286000" marR="0" rtl="0" algn="l">
              <a:spcBef>
                <a:spcPts val="400"/>
              </a:spcBef>
              <a:spcAft>
                <a:spcPts val="0"/>
              </a:spcAft>
              <a:buClr>
                <a:schemeClr val="hlink"/>
              </a:buClr>
              <a:buSzPts val="1600"/>
              <a:buFont typeface="Noto Sans Symbols"/>
              <a:buChar char="❖"/>
              <a:defRPr b="0" i="0" sz="2000" u="none" cap="none" strike="noStrike">
                <a:solidFill>
                  <a:schemeClr val="lt1"/>
                </a:solidFill>
                <a:latin typeface="Tahoma"/>
                <a:ea typeface="Tahoma"/>
                <a:cs typeface="Tahoma"/>
                <a:sym typeface="Tahoma"/>
              </a:defRPr>
            </a:lvl5pPr>
            <a:lvl6pPr indent="-342900" lvl="5" marL="27432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Tahoma"/>
                <a:ea typeface="Tahoma"/>
                <a:cs typeface="Tahoma"/>
                <a:sym typeface="Tahoma"/>
              </a:defRPr>
            </a:lvl6pPr>
            <a:lvl7pPr indent="-342900" lvl="6" marL="32004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Tahoma"/>
                <a:ea typeface="Tahoma"/>
                <a:cs typeface="Tahoma"/>
                <a:sym typeface="Tahoma"/>
              </a:defRPr>
            </a:lvl7pPr>
            <a:lvl8pPr indent="-342900" lvl="7" marL="36576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Tahoma"/>
                <a:ea typeface="Tahoma"/>
                <a:cs typeface="Tahoma"/>
                <a:sym typeface="Tahoma"/>
              </a:defRPr>
            </a:lvl8pPr>
            <a:lvl9pPr indent="-342900" lvl="8" marL="41148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Tahoma"/>
                <a:ea typeface="Tahoma"/>
                <a:cs typeface="Tahoma"/>
                <a:sym typeface="Tahoma"/>
              </a:defRPr>
            </a:lvl9pPr>
          </a:lstStyle>
          <a:p/>
        </p:txBody>
      </p:sp>
      <p:sp>
        <p:nvSpPr>
          <p:cNvPr id="85" name="Google Shape;85;p22"/>
          <p:cNvSpPr txBox="1"/>
          <p:nvPr>
            <p:ph idx="11" type="ftr"/>
          </p:nvPr>
        </p:nvSpPr>
        <p:spPr>
          <a:xfrm>
            <a:off x="3124200" y="6245225"/>
            <a:ext cx="2895600" cy="47625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lt1"/>
                </a:solidFill>
                <a:latin typeface="Tahoma"/>
                <a:ea typeface="Tahoma"/>
                <a:cs typeface="Tahoma"/>
                <a:sym typeface="Tahoma"/>
              </a:defRPr>
            </a:lvl1pPr>
            <a:lvl2pPr lvl="1" marR="0" rtl="0" algn="l">
              <a:lnSpc>
                <a:spcPct val="100000"/>
              </a:lnSpc>
              <a:spcBef>
                <a:spcPts val="0"/>
              </a:spcBef>
              <a:spcAft>
                <a:spcPts val="0"/>
              </a:spcAft>
              <a:buSzPts val="1400"/>
              <a:buNone/>
              <a:defRPr b="0" i="0" sz="1800" u="none" cap="none" strike="noStrike">
                <a:solidFill>
                  <a:schemeClr val="lt1"/>
                </a:solidFill>
                <a:latin typeface="Tahoma"/>
                <a:ea typeface="Tahoma"/>
                <a:cs typeface="Tahoma"/>
                <a:sym typeface="Tahoma"/>
              </a:defRPr>
            </a:lvl2pPr>
            <a:lvl3pPr lvl="2" marR="0" rtl="0" algn="l">
              <a:lnSpc>
                <a:spcPct val="100000"/>
              </a:lnSpc>
              <a:spcBef>
                <a:spcPts val="0"/>
              </a:spcBef>
              <a:spcAft>
                <a:spcPts val="0"/>
              </a:spcAft>
              <a:buSzPts val="1400"/>
              <a:buNone/>
              <a:defRPr b="0" i="0" sz="1800" u="none" cap="none" strike="noStrike">
                <a:solidFill>
                  <a:schemeClr val="lt1"/>
                </a:solidFill>
                <a:latin typeface="Tahoma"/>
                <a:ea typeface="Tahoma"/>
                <a:cs typeface="Tahoma"/>
                <a:sym typeface="Tahoma"/>
              </a:defRPr>
            </a:lvl3pPr>
            <a:lvl4pPr lvl="3" marR="0" rtl="0" algn="l">
              <a:lnSpc>
                <a:spcPct val="100000"/>
              </a:lnSpc>
              <a:spcBef>
                <a:spcPts val="0"/>
              </a:spcBef>
              <a:spcAft>
                <a:spcPts val="0"/>
              </a:spcAft>
              <a:buSzPts val="1400"/>
              <a:buNone/>
              <a:defRPr b="0" i="0" sz="1800" u="none" cap="none" strike="noStrike">
                <a:solidFill>
                  <a:schemeClr val="lt1"/>
                </a:solidFill>
                <a:latin typeface="Tahoma"/>
                <a:ea typeface="Tahoma"/>
                <a:cs typeface="Tahoma"/>
                <a:sym typeface="Tahoma"/>
              </a:defRPr>
            </a:lvl4pPr>
            <a:lvl5pPr lvl="4" marR="0" rtl="0" algn="l">
              <a:lnSpc>
                <a:spcPct val="100000"/>
              </a:lnSpc>
              <a:spcBef>
                <a:spcPts val="0"/>
              </a:spcBef>
              <a:spcAft>
                <a:spcPts val="0"/>
              </a:spcAft>
              <a:buSzPts val="1400"/>
              <a:buNone/>
              <a:defRPr b="0" i="0" sz="1800" u="none" cap="none" strike="noStrike">
                <a:solidFill>
                  <a:schemeClr val="lt1"/>
                </a:solidFill>
                <a:latin typeface="Tahoma"/>
                <a:ea typeface="Tahoma"/>
                <a:cs typeface="Tahoma"/>
                <a:sym typeface="Tahoma"/>
              </a:defRPr>
            </a:lvl5pPr>
            <a:lvl6pPr lvl="5" marR="0" rtl="0" algn="l">
              <a:lnSpc>
                <a:spcPct val="100000"/>
              </a:lnSpc>
              <a:spcBef>
                <a:spcPts val="0"/>
              </a:spcBef>
              <a:spcAft>
                <a:spcPts val="0"/>
              </a:spcAft>
              <a:buSzPts val="1400"/>
              <a:buNone/>
              <a:defRPr b="0" i="0" sz="1800" u="none" cap="none" strike="noStrike">
                <a:solidFill>
                  <a:schemeClr val="lt1"/>
                </a:solidFill>
                <a:latin typeface="Tahoma"/>
                <a:ea typeface="Tahoma"/>
                <a:cs typeface="Tahoma"/>
                <a:sym typeface="Tahoma"/>
              </a:defRPr>
            </a:lvl6pPr>
            <a:lvl7pPr lvl="6" marR="0" rtl="0" algn="l">
              <a:lnSpc>
                <a:spcPct val="100000"/>
              </a:lnSpc>
              <a:spcBef>
                <a:spcPts val="0"/>
              </a:spcBef>
              <a:spcAft>
                <a:spcPts val="0"/>
              </a:spcAft>
              <a:buSzPts val="1400"/>
              <a:buNone/>
              <a:defRPr b="0" i="0" sz="1800" u="none" cap="none" strike="noStrike">
                <a:solidFill>
                  <a:schemeClr val="lt1"/>
                </a:solidFill>
                <a:latin typeface="Tahoma"/>
                <a:ea typeface="Tahoma"/>
                <a:cs typeface="Tahoma"/>
                <a:sym typeface="Tahoma"/>
              </a:defRPr>
            </a:lvl7pPr>
            <a:lvl8pPr lvl="7" marR="0" rtl="0" algn="l">
              <a:lnSpc>
                <a:spcPct val="100000"/>
              </a:lnSpc>
              <a:spcBef>
                <a:spcPts val="0"/>
              </a:spcBef>
              <a:spcAft>
                <a:spcPts val="0"/>
              </a:spcAft>
              <a:buSzPts val="1400"/>
              <a:buNone/>
              <a:defRPr b="0" i="0" sz="1800" u="none" cap="none" strike="noStrike">
                <a:solidFill>
                  <a:schemeClr val="lt1"/>
                </a:solidFill>
                <a:latin typeface="Tahoma"/>
                <a:ea typeface="Tahoma"/>
                <a:cs typeface="Tahoma"/>
                <a:sym typeface="Tahoma"/>
              </a:defRPr>
            </a:lvl8pPr>
            <a:lvl9pPr lvl="8" marR="0" rtl="0" algn="l">
              <a:lnSpc>
                <a:spcPct val="100000"/>
              </a:lnSpc>
              <a:spcBef>
                <a:spcPts val="0"/>
              </a:spcBef>
              <a:spcAft>
                <a:spcPts val="0"/>
              </a:spcAft>
              <a:buSzPts val="1400"/>
              <a:buNone/>
              <a:defRPr b="0" i="0" sz="1800" u="none" cap="none" strike="noStrike">
                <a:solidFill>
                  <a:schemeClr val="lt1"/>
                </a:solidFill>
                <a:latin typeface="Tahoma"/>
                <a:ea typeface="Tahoma"/>
                <a:cs typeface="Tahoma"/>
                <a:sym typeface="Tahoma"/>
              </a:defRPr>
            </a:lvl9pPr>
          </a:lstStyle>
          <a:p/>
        </p:txBody>
      </p:sp>
      <p:sp>
        <p:nvSpPr>
          <p:cNvPr id="86" name="Google Shape;86;p22"/>
          <p:cNvSpPr txBox="1"/>
          <p:nvPr>
            <p:ph idx="12" type="sldNum"/>
          </p:nvPr>
        </p:nvSpPr>
        <p:spPr>
          <a:xfrm>
            <a:off x="6553200" y="6245225"/>
            <a:ext cx="2133600" cy="476250"/>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1pPr>
            <a:lvl2pPr indent="0" lvl="1" marL="0" marR="0" rtl="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2pPr>
            <a:lvl3pPr indent="0" lvl="2" marL="0" marR="0" rtl="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3pPr>
            <a:lvl4pPr indent="0" lvl="3" marL="0" marR="0" rtl="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4pPr>
            <a:lvl5pPr indent="0" lvl="4" marL="0" marR="0" rtl="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5pPr>
            <a:lvl6pPr indent="0" lvl="5" marL="0" marR="0" rtl="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6pPr>
            <a:lvl7pPr indent="0" lvl="6" marL="0" marR="0" rtl="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7pPr>
            <a:lvl8pPr indent="0" lvl="7" marL="0" marR="0" rtl="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8pPr>
            <a:lvl9pPr indent="0" lvl="8" marL="0" marR="0" rtl="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solidFill>
                <a:srgbClr val="000000"/>
              </a:solidFill>
            </a:endParaRPr>
          </a:p>
        </p:txBody>
      </p:sp>
      <p:sp>
        <p:nvSpPr>
          <p:cNvPr id="87" name="Google Shape;87;p22"/>
          <p:cNvSpPr txBox="1"/>
          <p:nvPr>
            <p:ph idx="10" type="dt"/>
          </p:nvPr>
        </p:nvSpPr>
        <p:spPr>
          <a:xfrm>
            <a:off x="457200" y="6245225"/>
            <a:ext cx="2133600" cy="47625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lt1"/>
                </a:solidFill>
                <a:latin typeface="Tahoma"/>
                <a:ea typeface="Tahoma"/>
                <a:cs typeface="Tahoma"/>
                <a:sym typeface="Tahoma"/>
              </a:defRPr>
            </a:lvl1pPr>
            <a:lvl2pPr lvl="1" marR="0" rtl="0" algn="l">
              <a:lnSpc>
                <a:spcPct val="100000"/>
              </a:lnSpc>
              <a:spcBef>
                <a:spcPts val="0"/>
              </a:spcBef>
              <a:spcAft>
                <a:spcPts val="0"/>
              </a:spcAft>
              <a:buSzPts val="1400"/>
              <a:buNone/>
              <a:defRPr b="0" i="0" sz="1800" u="none" cap="none" strike="noStrike">
                <a:solidFill>
                  <a:schemeClr val="lt1"/>
                </a:solidFill>
                <a:latin typeface="Tahoma"/>
                <a:ea typeface="Tahoma"/>
                <a:cs typeface="Tahoma"/>
                <a:sym typeface="Tahoma"/>
              </a:defRPr>
            </a:lvl2pPr>
            <a:lvl3pPr lvl="2" marR="0" rtl="0" algn="l">
              <a:lnSpc>
                <a:spcPct val="100000"/>
              </a:lnSpc>
              <a:spcBef>
                <a:spcPts val="0"/>
              </a:spcBef>
              <a:spcAft>
                <a:spcPts val="0"/>
              </a:spcAft>
              <a:buSzPts val="1400"/>
              <a:buNone/>
              <a:defRPr b="0" i="0" sz="1800" u="none" cap="none" strike="noStrike">
                <a:solidFill>
                  <a:schemeClr val="lt1"/>
                </a:solidFill>
                <a:latin typeface="Tahoma"/>
                <a:ea typeface="Tahoma"/>
                <a:cs typeface="Tahoma"/>
                <a:sym typeface="Tahoma"/>
              </a:defRPr>
            </a:lvl3pPr>
            <a:lvl4pPr lvl="3" marR="0" rtl="0" algn="l">
              <a:lnSpc>
                <a:spcPct val="100000"/>
              </a:lnSpc>
              <a:spcBef>
                <a:spcPts val="0"/>
              </a:spcBef>
              <a:spcAft>
                <a:spcPts val="0"/>
              </a:spcAft>
              <a:buSzPts val="1400"/>
              <a:buNone/>
              <a:defRPr b="0" i="0" sz="1800" u="none" cap="none" strike="noStrike">
                <a:solidFill>
                  <a:schemeClr val="lt1"/>
                </a:solidFill>
                <a:latin typeface="Tahoma"/>
                <a:ea typeface="Tahoma"/>
                <a:cs typeface="Tahoma"/>
                <a:sym typeface="Tahoma"/>
              </a:defRPr>
            </a:lvl4pPr>
            <a:lvl5pPr lvl="4" marR="0" rtl="0" algn="l">
              <a:lnSpc>
                <a:spcPct val="100000"/>
              </a:lnSpc>
              <a:spcBef>
                <a:spcPts val="0"/>
              </a:spcBef>
              <a:spcAft>
                <a:spcPts val="0"/>
              </a:spcAft>
              <a:buSzPts val="1400"/>
              <a:buNone/>
              <a:defRPr b="0" i="0" sz="1800" u="none" cap="none" strike="noStrike">
                <a:solidFill>
                  <a:schemeClr val="lt1"/>
                </a:solidFill>
                <a:latin typeface="Tahoma"/>
                <a:ea typeface="Tahoma"/>
                <a:cs typeface="Tahoma"/>
                <a:sym typeface="Tahoma"/>
              </a:defRPr>
            </a:lvl5pPr>
            <a:lvl6pPr lvl="5" marR="0" rtl="0" algn="l">
              <a:lnSpc>
                <a:spcPct val="100000"/>
              </a:lnSpc>
              <a:spcBef>
                <a:spcPts val="0"/>
              </a:spcBef>
              <a:spcAft>
                <a:spcPts val="0"/>
              </a:spcAft>
              <a:buSzPts val="1400"/>
              <a:buNone/>
              <a:defRPr b="0" i="0" sz="1800" u="none" cap="none" strike="noStrike">
                <a:solidFill>
                  <a:schemeClr val="lt1"/>
                </a:solidFill>
                <a:latin typeface="Tahoma"/>
                <a:ea typeface="Tahoma"/>
                <a:cs typeface="Tahoma"/>
                <a:sym typeface="Tahoma"/>
              </a:defRPr>
            </a:lvl6pPr>
            <a:lvl7pPr lvl="6" marR="0" rtl="0" algn="l">
              <a:lnSpc>
                <a:spcPct val="100000"/>
              </a:lnSpc>
              <a:spcBef>
                <a:spcPts val="0"/>
              </a:spcBef>
              <a:spcAft>
                <a:spcPts val="0"/>
              </a:spcAft>
              <a:buSzPts val="1400"/>
              <a:buNone/>
              <a:defRPr b="0" i="0" sz="1800" u="none" cap="none" strike="noStrike">
                <a:solidFill>
                  <a:schemeClr val="lt1"/>
                </a:solidFill>
                <a:latin typeface="Tahoma"/>
                <a:ea typeface="Tahoma"/>
                <a:cs typeface="Tahoma"/>
                <a:sym typeface="Tahoma"/>
              </a:defRPr>
            </a:lvl7pPr>
            <a:lvl8pPr lvl="7" marR="0" rtl="0" algn="l">
              <a:lnSpc>
                <a:spcPct val="100000"/>
              </a:lnSpc>
              <a:spcBef>
                <a:spcPts val="0"/>
              </a:spcBef>
              <a:spcAft>
                <a:spcPts val="0"/>
              </a:spcAft>
              <a:buSzPts val="1400"/>
              <a:buNone/>
              <a:defRPr b="0" i="0" sz="1800" u="none" cap="none" strike="noStrike">
                <a:solidFill>
                  <a:schemeClr val="lt1"/>
                </a:solidFill>
                <a:latin typeface="Tahoma"/>
                <a:ea typeface="Tahoma"/>
                <a:cs typeface="Tahoma"/>
                <a:sym typeface="Tahoma"/>
              </a:defRPr>
            </a:lvl8pPr>
            <a:lvl9pPr lvl="8" marR="0" rtl="0" algn="l">
              <a:lnSpc>
                <a:spcPct val="100000"/>
              </a:lnSpc>
              <a:spcBef>
                <a:spcPts val="0"/>
              </a:spcBef>
              <a:spcAft>
                <a:spcPts val="0"/>
              </a:spcAft>
              <a:buSzPts val="1400"/>
              <a:buNone/>
              <a:defRPr b="0" i="0" sz="1800" u="none" cap="none" strike="noStrike">
                <a:solidFill>
                  <a:schemeClr val="lt1"/>
                </a:solidFill>
                <a:latin typeface="Tahoma"/>
                <a:ea typeface="Tahoma"/>
                <a:cs typeface="Tahoma"/>
                <a:sym typeface="Tahoma"/>
              </a:defRPr>
            </a:lvl9pPr>
          </a:lstStyle>
          <a:p/>
        </p:txBody>
      </p:sp>
    </p:spTree>
  </p:cSld>
  <p:clrMap accent1="accent1" accent2="accent2" accent3="accent3" accent4="accent4" accent5="accent5" accent6="accent6" bg1="lt1" bg2="dk2" tx1="dk1" tx2="lt2" folHlink="folHlink" hlink="hlink"/>
  <p:sldLayoutIdLst>
    <p:sldLayoutId id="2147483662"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
          <p:cNvSpPr txBox="1"/>
          <p:nvPr/>
        </p:nvSpPr>
        <p:spPr>
          <a:xfrm>
            <a:off x="6553200" y="6245225"/>
            <a:ext cx="2133600" cy="47625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lt1"/>
              </a:buClr>
              <a:buSzPts val="1400"/>
              <a:buFont typeface="Arial"/>
              <a:buNone/>
            </a:pPr>
            <a:fld id="{00000000-1234-1234-1234-123412341234}" type="slidenum">
              <a:rPr b="0" i="0" lang="en-US" sz="1400" u="none" cap="none" strike="noStrike">
                <a:solidFill>
                  <a:schemeClr val="lt1"/>
                </a:solidFill>
                <a:latin typeface="Arial"/>
                <a:ea typeface="Arial"/>
                <a:cs typeface="Arial"/>
                <a:sym typeface="Arial"/>
              </a:rPr>
              <a:t>‹#›</a:t>
            </a:fld>
            <a:endParaRPr/>
          </a:p>
        </p:txBody>
      </p:sp>
      <p:pic>
        <p:nvPicPr>
          <p:cNvPr id="99" name="Google Shape;99;p1"/>
          <p:cNvPicPr preferRelativeResize="0"/>
          <p:nvPr/>
        </p:nvPicPr>
        <p:blipFill rotWithShape="1">
          <a:blip r:embed="rId3">
            <a:alphaModFix/>
          </a:blip>
          <a:srcRect b="0" l="0" r="0" t="0"/>
          <a:stretch/>
        </p:blipFill>
        <p:spPr>
          <a:xfrm>
            <a:off x="2227262" y="192087"/>
            <a:ext cx="4210050" cy="1323975"/>
          </a:xfrm>
          <a:prstGeom prst="rect">
            <a:avLst/>
          </a:prstGeom>
          <a:noFill/>
          <a:ln>
            <a:noFill/>
          </a:ln>
        </p:spPr>
      </p:pic>
      <p:sp>
        <p:nvSpPr>
          <p:cNvPr id="100" name="Google Shape;100;p1"/>
          <p:cNvSpPr txBox="1"/>
          <p:nvPr/>
        </p:nvSpPr>
        <p:spPr>
          <a:xfrm>
            <a:off x="2106612" y="5445125"/>
            <a:ext cx="4279900" cy="6461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Bogotá, I SEMESTRE 2026</a:t>
            </a:r>
            <a:endParaRPr/>
          </a:p>
          <a:p>
            <a:pPr indent="0" lvl="0" marL="0" marR="0" rtl="0" algn="ctr">
              <a:lnSpc>
                <a:spcPct val="100000"/>
              </a:lnSpc>
              <a:spcBef>
                <a:spcPts val="0"/>
              </a:spcBef>
              <a:spcAft>
                <a:spcPts val="0"/>
              </a:spcAft>
              <a:buClr>
                <a:schemeClr val="lt1"/>
              </a:buClr>
              <a:buSzPts val="1800"/>
              <a:buFont typeface="Tahoma"/>
              <a:buNone/>
            </a:pPr>
            <a:r>
              <a:rPr b="0" i="0" lang="en-US" sz="1800" u="none" cap="none" strike="noStrike">
                <a:solidFill>
                  <a:schemeClr val="lt1"/>
                </a:solidFill>
                <a:latin typeface="Tahoma"/>
                <a:ea typeface="Tahoma"/>
                <a:cs typeface="Tahoma"/>
                <a:sym typeface="Tahoma"/>
              </a:rPr>
              <a:t>COLOMBIA, EN TIEMPOS DE PANDEMIA</a:t>
            </a:r>
            <a:endParaRPr/>
          </a:p>
        </p:txBody>
      </p:sp>
      <p:sp>
        <p:nvSpPr>
          <p:cNvPr id="101" name="Google Shape;101;p1"/>
          <p:cNvSpPr txBox="1"/>
          <p:nvPr/>
        </p:nvSpPr>
        <p:spPr>
          <a:xfrm>
            <a:off x="214312" y="2060575"/>
            <a:ext cx="8921750" cy="206216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70C0"/>
              </a:buClr>
              <a:buSzPts val="3200"/>
              <a:buFont typeface="Tahoma"/>
              <a:buNone/>
            </a:pPr>
            <a:r>
              <a:rPr b="0" i="0" lang="en-US" sz="3200" u="none" cap="none" strike="noStrike">
                <a:solidFill>
                  <a:srgbClr val="0070C0"/>
                </a:solidFill>
                <a:latin typeface="Tahoma"/>
                <a:ea typeface="Tahoma"/>
                <a:cs typeface="Tahoma"/>
                <a:sym typeface="Tahoma"/>
              </a:rPr>
              <a:t>HIDROINFORMÁTICA</a:t>
            </a:r>
            <a:endParaRPr/>
          </a:p>
          <a:p>
            <a:pPr indent="0" lvl="0" marL="0" marR="0" rtl="0" algn="ctr">
              <a:lnSpc>
                <a:spcPct val="100000"/>
              </a:lnSpc>
              <a:spcBef>
                <a:spcPts val="0"/>
              </a:spcBef>
              <a:spcAft>
                <a:spcPts val="0"/>
              </a:spcAft>
              <a:buClr>
                <a:srgbClr val="0070C0"/>
              </a:buClr>
              <a:buSzPts val="3200"/>
              <a:buFont typeface="Tahoma"/>
              <a:buNone/>
            </a:pPr>
            <a:r>
              <a:rPr b="0" i="0" lang="en-US" sz="3200" u="none" cap="none" strike="noStrike">
                <a:solidFill>
                  <a:srgbClr val="0070C0"/>
                </a:solidFill>
                <a:latin typeface="Tahoma"/>
                <a:ea typeface="Tahoma"/>
                <a:cs typeface="Tahoma"/>
                <a:sym typeface="Tahoma"/>
              </a:rPr>
              <a:t>Nelson Obregón Neira</a:t>
            </a:r>
            <a:endParaRPr/>
          </a:p>
          <a:p>
            <a:pPr indent="0" lvl="0" marL="0" marR="0" rtl="0" algn="ctr">
              <a:lnSpc>
                <a:spcPct val="100000"/>
              </a:lnSpc>
              <a:spcBef>
                <a:spcPts val="0"/>
              </a:spcBef>
              <a:spcAft>
                <a:spcPts val="0"/>
              </a:spcAft>
              <a:buClr>
                <a:srgbClr val="0070C0"/>
              </a:buClr>
              <a:buSzPts val="3200"/>
              <a:buFont typeface="Tahoma"/>
              <a:buNone/>
            </a:pPr>
            <a:r>
              <a:rPr b="0" i="0" lang="en-US" sz="3200" u="none" cap="none" strike="noStrike">
                <a:solidFill>
                  <a:srgbClr val="0070C0"/>
                </a:solidFill>
                <a:latin typeface="Tahoma"/>
                <a:ea typeface="Tahoma"/>
                <a:cs typeface="Tahoma"/>
                <a:sym typeface="Tahoma"/>
              </a:rPr>
              <a:t>TAREA 2: Análisis exploratorio: </a:t>
            </a:r>
            <a:endParaRPr/>
          </a:p>
          <a:p>
            <a:pPr indent="0" lvl="0" marL="0" marR="0" rtl="0" algn="ctr">
              <a:lnSpc>
                <a:spcPct val="100000"/>
              </a:lnSpc>
              <a:spcBef>
                <a:spcPts val="0"/>
              </a:spcBef>
              <a:spcAft>
                <a:spcPts val="0"/>
              </a:spcAft>
              <a:buClr>
                <a:srgbClr val="0070C0"/>
              </a:buClr>
              <a:buSzPts val="3200"/>
              <a:buFont typeface="Tahoma"/>
              <a:buNone/>
            </a:pPr>
            <a:r>
              <a:rPr b="0" i="0" lang="en-US" sz="3200" u="none" cap="none" strike="noStrike">
                <a:solidFill>
                  <a:srgbClr val="0070C0"/>
                </a:solidFill>
                <a:latin typeface="Tahoma"/>
                <a:ea typeface="Tahoma"/>
                <a:cs typeface="Tahoma"/>
                <a:sym typeface="Tahoma"/>
              </a:rPr>
              <a:t>Histograma y estadísticos de segundo orden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2"/>
          <p:cNvSpPr txBox="1"/>
          <p:nvPr/>
        </p:nvSpPr>
        <p:spPr>
          <a:xfrm>
            <a:off x="250825" y="765175"/>
            <a:ext cx="8601075" cy="1630362"/>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1) Agregación temporal para series de tiempo de precipitación de alta resolución temporal (Δt ≤ 24 hr). Resoluciones de agregación de interés: (i) 10 o 15 minutos; (ii) 30 minutos; (iii) 1 hora; (iv) 3 horas; (v) 6 horas; (vi) 12 horas; y (vii) 24 horas. Complete la tabla con los atributos estadísticos que aparecen en las columans para cada serie de tiempo.</a:t>
            </a:r>
            <a:endParaRPr/>
          </a:p>
        </p:txBody>
      </p:sp>
      <p:graphicFrame>
        <p:nvGraphicFramePr>
          <p:cNvPr id="107" name="Google Shape;107;p2"/>
          <p:cNvGraphicFramePr/>
          <p:nvPr/>
        </p:nvGraphicFramePr>
        <p:xfrm>
          <a:off x="225425" y="2492375"/>
          <a:ext cx="3000000" cy="3000000"/>
        </p:xfrm>
        <a:graphic>
          <a:graphicData uri="http://schemas.openxmlformats.org/drawingml/2006/table">
            <a:tbl>
              <a:tblPr>
                <a:noFill/>
                <a:tableStyleId>{5F538297-E48B-47D5-AD5C-0F9D9889CEF8}</a:tableStyleId>
              </a:tblPr>
              <a:tblGrid>
                <a:gridCol w="1420800"/>
                <a:gridCol w="620700"/>
                <a:gridCol w="792150"/>
                <a:gridCol w="1081075"/>
                <a:gridCol w="358775"/>
                <a:gridCol w="360350"/>
                <a:gridCol w="360350"/>
                <a:gridCol w="792150"/>
                <a:gridCol w="647700"/>
                <a:gridCol w="576250"/>
                <a:gridCol w="854075"/>
                <a:gridCol w="658800"/>
              </a:tblGrid>
              <a:tr h="320675">
                <a:tc rowSpan="2">
                  <a:txBody>
                    <a:bodyPr/>
                    <a:lstStyle/>
                    <a:p>
                      <a:pPr indent="0" lvl="0" marL="0" marR="0" rtl="0" algn="l">
                        <a:spcBef>
                          <a:spcPts val="0"/>
                        </a:spcBef>
                        <a:spcAft>
                          <a:spcPts val="0"/>
                        </a:spcAft>
                        <a:buNone/>
                      </a:pPr>
                      <a:r>
                        <a:t/>
                      </a:r>
                      <a:endParaRPr sz="1800">
                        <a:solidFill>
                          <a:schemeClr val="lt1"/>
                        </a:solidFill>
                        <a:latin typeface="Tahoma"/>
                        <a:ea typeface="Tahoma"/>
                        <a:cs typeface="Tahoma"/>
                        <a:sym typeface="Tahoma"/>
                      </a:endParaRPr>
                    </a:p>
                  </a:txBody>
                  <a:tcPr marT="45725" marB="45725" marR="91425" marL="91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c rowSpan="2">
                  <a:txBody>
                    <a:bodyPr/>
                    <a:lstStyle/>
                    <a:p>
                      <a:pPr indent="0" lvl="0" marL="0" marR="0" rtl="0" algn="l">
                        <a:lnSpc>
                          <a:spcPct val="100000"/>
                        </a:lnSpc>
                        <a:spcBef>
                          <a:spcPts val="0"/>
                        </a:spcBef>
                        <a:spcAft>
                          <a:spcPts val="0"/>
                        </a:spcAft>
                        <a:buClr>
                          <a:srgbClr val="FFFFFF"/>
                        </a:buClr>
                        <a:buSzPts val="900"/>
                        <a:buFont typeface="Tahoma"/>
                        <a:buNone/>
                      </a:pPr>
                      <a:r>
                        <a:rPr b="1" i="0" lang="en-US" sz="900" u="none">
                          <a:solidFill>
                            <a:srgbClr val="FFFFFF"/>
                          </a:solidFill>
                          <a:latin typeface="Tahoma"/>
                          <a:ea typeface="Tahoma"/>
                          <a:cs typeface="Tahoma"/>
                          <a:sym typeface="Tahoma"/>
                        </a:rPr>
                        <a:t>Media</a:t>
                      </a:r>
                      <a:endParaRPr/>
                    </a:p>
                  </a:txBody>
                  <a:tcPr marT="45725" marB="45725" marR="91425" marL="91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c rowSpan="2">
                  <a:txBody>
                    <a:bodyPr/>
                    <a:lstStyle/>
                    <a:p>
                      <a:pPr indent="0" lvl="0" marL="0" marR="0" rtl="0" algn="l">
                        <a:lnSpc>
                          <a:spcPct val="100000"/>
                        </a:lnSpc>
                        <a:spcBef>
                          <a:spcPts val="0"/>
                        </a:spcBef>
                        <a:spcAft>
                          <a:spcPts val="0"/>
                        </a:spcAft>
                        <a:buClr>
                          <a:srgbClr val="FFFFFF"/>
                        </a:buClr>
                        <a:buSzPts val="900"/>
                        <a:buFont typeface="Tahoma"/>
                        <a:buNone/>
                      </a:pPr>
                      <a:r>
                        <a:rPr b="1" i="0" lang="en-US" sz="900" u="none">
                          <a:solidFill>
                            <a:srgbClr val="FFFFFF"/>
                          </a:solidFill>
                          <a:latin typeface="Tahoma"/>
                          <a:ea typeface="Tahoma"/>
                          <a:cs typeface="Tahoma"/>
                          <a:sym typeface="Tahoma"/>
                        </a:rPr>
                        <a:t>Varianza</a:t>
                      </a:r>
                      <a:endParaRPr/>
                    </a:p>
                  </a:txBody>
                  <a:tcPr marT="45725" marB="45725" marR="91425" marL="91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c rowSpan="2">
                  <a:txBody>
                    <a:bodyPr/>
                    <a:lstStyle/>
                    <a:p>
                      <a:pPr indent="0" lvl="0" marL="0" marR="0" rtl="0" algn="l">
                        <a:lnSpc>
                          <a:spcPct val="100000"/>
                        </a:lnSpc>
                        <a:spcBef>
                          <a:spcPts val="0"/>
                        </a:spcBef>
                        <a:spcAft>
                          <a:spcPts val="0"/>
                        </a:spcAft>
                        <a:buClr>
                          <a:srgbClr val="FFFFFF"/>
                        </a:buClr>
                        <a:buSzPts val="900"/>
                        <a:buFont typeface="Tahoma"/>
                        <a:buNone/>
                      </a:pPr>
                      <a:r>
                        <a:rPr b="1" i="0" lang="en-US" sz="900" u="none">
                          <a:solidFill>
                            <a:srgbClr val="FFFFFF"/>
                          </a:solidFill>
                          <a:latin typeface="Tahoma"/>
                          <a:ea typeface="Tahoma"/>
                          <a:cs typeface="Tahoma"/>
                          <a:sym typeface="Tahoma"/>
                        </a:rPr>
                        <a:t>Coef. Variación</a:t>
                      </a:r>
                      <a:endParaRPr/>
                    </a:p>
                  </a:txBody>
                  <a:tcPr marT="45725" marB="45725" marR="91425" marL="91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c rowSpan="2">
                  <a:txBody>
                    <a:bodyPr/>
                    <a:lstStyle/>
                    <a:p>
                      <a:pPr indent="0" lvl="0" marL="0" marR="0" rtl="0" algn="l">
                        <a:lnSpc>
                          <a:spcPct val="100000"/>
                        </a:lnSpc>
                        <a:spcBef>
                          <a:spcPts val="0"/>
                        </a:spcBef>
                        <a:spcAft>
                          <a:spcPts val="0"/>
                        </a:spcAft>
                        <a:buClr>
                          <a:srgbClr val="FFFFFF"/>
                        </a:buClr>
                        <a:buSzPts val="900"/>
                        <a:buFont typeface="Tahoma"/>
                        <a:buNone/>
                      </a:pPr>
                      <a:r>
                        <a:rPr b="1" i="0" lang="en-US" sz="900" u="none">
                          <a:solidFill>
                            <a:srgbClr val="FFFFFF"/>
                          </a:solidFill>
                          <a:latin typeface="Tahoma"/>
                          <a:ea typeface="Tahoma"/>
                          <a:cs typeface="Tahoma"/>
                          <a:sym typeface="Tahoma"/>
                        </a:rPr>
                        <a:t>ρ</a:t>
                      </a:r>
                      <a:r>
                        <a:rPr b="1" baseline="-25000" i="0" lang="en-US" sz="900" u="none">
                          <a:solidFill>
                            <a:srgbClr val="FFFFFF"/>
                          </a:solidFill>
                          <a:latin typeface="Tahoma"/>
                          <a:ea typeface="Tahoma"/>
                          <a:cs typeface="Tahoma"/>
                          <a:sym typeface="Tahoma"/>
                        </a:rPr>
                        <a:t>1</a:t>
                      </a:r>
                      <a:endParaRPr/>
                    </a:p>
                  </a:txBody>
                  <a:tcPr marT="45725" marB="45725" marR="91425" marL="91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c rowSpan="2">
                  <a:txBody>
                    <a:bodyPr/>
                    <a:lstStyle/>
                    <a:p>
                      <a:pPr indent="0" lvl="0" marL="0" marR="0" rtl="0" algn="l">
                        <a:lnSpc>
                          <a:spcPct val="100000"/>
                        </a:lnSpc>
                        <a:spcBef>
                          <a:spcPts val="0"/>
                        </a:spcBef>
                        <a:spcAft>
                          <a:spcPts val="0"/>
                        </a:spcAft>
                        <a:buClr>
                          <a:srgbClr val="FFFFFF"/>
                        </a:buClr>
                        <a:buSzPts val="900"/>
                        <a:buFont typeface="Tahoma"/>
                        <a:buNone/>
                      </a:pPr>
                      <a:r>
                        <a:rPr b="1" i="0" lang="en-US" sz="900" u="none">
                          <a:solidFill>
                            <a:srgbClr val="FFFFFF"/>
                          </a:solidFill>
                          <a:latin typeface="Tahoma"/>
                          <a:ea typeface="Tahoma"/>
                          <a:cs typeface="Tahoma"/>
                          <a:sym typeface="Tahoma"/>
                        </a:rPr>
                        <a:t>ρ</a:t>
                      </a:r>
                      <a:r>
                        <a:rPr b="1" baseline="-25000" i="0" lang="en-US" sz="900" u="none">
                          <a:solidFill>
                            <a:srgbClr val="FFFFFF"/>
                          </a:solidFill>
                          <a:latin typeface="Tahoma"/>
                          <a:ea typeface="Tahoma"/>
                          <a:cs typeface="Tahoma"/>
                          <a:sym typeface="Tahoma"/>
                        </a:rPr>
                        <a:t>2</a:t>
                      </a:r>
                      <a:endParaRPr/>
                    </a:p>
                    <a:p>
                      <a:pPr indent="0" lvl="0" marL="0" marR="0" rtl="0" algn="l">
                        <a:spcBef>
                          <a:spcPts val="0"/>
                        </a:spcBef>
                        <a:spcAft>
                          <a:spcPts val="0"/>
                        </a:spcAft>
                        <a:buNone/>
                      </a:pPr>
                      <a:r>
                        <a:t/>
                      </a:r>
                      <a:endParaRPr b="1" baseline="-25000" i="0" sz="900" u="none">
                        <a:solidFill>
                          <a:srgbClr val="FFFFFF"/>
                        </a:solidFill>
                        <a:latin typeface="Tahoma"/>
                        <a:ea typeface="Tahoma"/>
                        <a:cs typeface="Tahoma"/>
                        <a:sym typeface="Tahoma"/>
                      </a:endParaRPr>
                    </a:p>
                  </a:txBody>
                  <a:tcPr marT="45725" marB="45725" marR="91425" marL="91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c rowSpan="2">
                  <a:txBody>
                    <a:bodyPr/>
                    <a:lstStyle/>
                    <a:p>
                      <a:pPr indent="0" lvl="0" marL="0" marR="0" rtl="0" algn="l">
                        <a:lnSpc>
                          <a:spcPct val="100000"/>
                        </a:lnSpc>
                        <a:spcBef>
                          <a:spcPts val="0"/>
                        </a:spcBef>
                        <a:spcAft>
                          <a:spcPts val="0"/>
                        </a:spcAft>
                        <a:buClr>
                          <a:srgbClr val="FFFFFF"/>
                        </a:buClr>
                        <a:buSzPts val="900"/>
                        <a:buFont typeface="Tahoma"/>
                        <a:buNone/>
                      </a:pPr>
                      <a:r>
                        <a:rPr b="1" i="0" lang="en-US" sz="900" u="none">
                          <a:solidFill>
                            <a:srgbClr val="FFFFFF"/>
                          </a:solidFill>
                          <a:latin typeface="Tahoma"/>
                          <a:ea typeface="Tahoma"/>
                          <a:cs typeface="Tahoma"/>
                          <a:sym typeface="Tahoma"/>
                        </a:rPr>
                        <a:t>ρ</a:t>
                      </a:r>
                      <a:r>
                        <a:rPr b="1" baseline="-25000" i="0" lang="en-US" sz="900" u="none">
                          <a:solidFill>
                            <a:srgbClr val="FFFFFF"/>
                          </a:solidFill>
                          <a:latin typeface="Tahoma"/>
                          <a:ea typeface="Tahoma"/>
                          <a:cs typeface="Tahoma"/>
                          <a:sym typeface="Tahoma"/>
                        </a:rPr>
                        <a:t>3</a:t>
                      </a:r>
                      <a:endParaRPr/>
                    </a:p>
                    <a:p>
                      <a:pPr indent="0" lvl="0" marL="0" marR="0" rtl="0" algn="l">
                        <a:spcBef>
                          <a:spcPts val="0"/>
                        </a:spcBef>
                        <a:spcAft>
                          <a:spcPts val="0"/>
                        </a:spcAft>
                        <a:buNone/>
                      </a:pPr>
                      <a:r>
                        <a:t/>
                      </a:r>
                      <a:endParaRPr b="1" baseline="-25000" i="0" sz="900" u="none">
                        <a:solidFill>
                          <a:srgbClr val="FFFFFF"/>
                        </a:solidFill>
                        <a:latin typeface="Tahoma"/>
                        <a:ea typeface="Tahoma"/>
                        <a:cs typeface="Tahoma"/>
                        <a:sym typeface="Tahoma"/>
                      </a:endParaRPr>
                    </a:p>
                  </a:txBody>
                  <a:tcPr marT="45725" marB="45725" marR="91425" marL="91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c rowSpan="2">
                  <a:txBody>
                    <a:bodyPr/>
                    <a:lstStyle/>
                    <a:p>
                      <a:pPr indent="0" lvl="0" marL="0" marR="0" rtl="0" algn="l">
                        <a:lnSpc>
                          <a:spcPct val="100000"/>
                        </a:lnSpc>
                        <a:spcBef>
                          <a:spcPts val="0"/>
                        </a:spcBef>
                        <a:spcAft>
                          <a:spcPts val="0"/>
                        </a:spcAft>
                        <a:buClr>
                          <a:srgbClr val="FFFFFF"/>
                        </a:buClr>
                        <a:buSzPts val="900"/>
                        <a:buFont typeface="Tahoma"/>
                        <a:buNone/>
                      </a:pPr>
                      <a:r>
                        <a:rPr b="1" i="0" lang="en-US" sz="900" u="none">
                          <a:solidFill>
                            <a:srgbClr val="FFFFFF"/>
                          </a:solidFill>
                          <a:latin typeface="Tahoma"/>
                          <a:ea typeface="Tahoma"/>
                          <a:cs typeface="Tahoma"/>
                          <a:sym typeface="Tahoma"/>
                        </a:rPr>
                        <a:t>Prob. LL y  NoLL</a:t>
                      </a:r>
                      <a:endParaRPr/>
                    </a:p>
                  </a:txBody>
                  <a:tcPr marT="45725" marB="45725" marR="91425" marL="91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c gridSpan="4">
                  <a:txBody>
                    <a:bodyPr/>
                    <a:lstStyle/>
                    <a:p>
                      <a:pPr indent="0" lvl="0" marL="0" marR="0" rtl="0" algn="l">
                        <a:lnSpc>
                          <a:spcPct val="100000"/>
                        </a:lnSpc>
                        <a:spcBef>
                          <a:spcPts val="0"/>
                        </a:spcBef>
                        <a:spcAft>
                          <a:spcPts val="0"/>
                        </a:spcAft>
                        <a:buClr>
                          <a:srgbClr val="FFFFFF"/>
                        </a:buClr>
                        <a:buSzPts val="900"/>
                        <a:buFont typeface="Tahoma"/>
                        <a:buNone/>
                      </a:pPr>
                      <a:r>
                        <a:rPr b="1" i="0" lang="en-US" sz="900" u="none">
                          <a:solidFill>
                            <a:srgbClr val="FFFFFF"/>
                          </a:solidFill>
                          <a:latin typeface="Tahoma"/>
                          <a:ea typeface="Tahoma"/>
                          <a:cs typeface="Tahoma"/>
                          <a:sym typeface="Tahoma"/>
                        </a:rPr>
                        <a:t>Probab. De transición</a:t>
                      </a:r>
                      <a:endParaRPr/>
                    </a:p>
                  </a:txBody>
                  <a:tcPr marT="45725" marB="45725" marR="91425" marL="91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c hMerge="1"/>
                <a:tc hMerge="1"/>
                <a:tc hMerge="1"/>
              </a:tr>
              <a:tr h="457200">
                <a:tc vMerge="1"/>
                <a:tc vMerge="1"/>
                <a:tc vMerge="1"/>
                <a:tc vMerge="1"/>
                <a:tc vMerge="1"/>
                <a:tc vMerge="1"/>
                <a:tc vMerge="1"/>
                <a:tc vMerge="1"/>
                <a:tc>
                  <a:txBody>
                    <a:bodyPr/>
                    <a:lstStyle/>
                    <a:p>
                      <a:pPr indent="0" lvl="0" marL="0" marR="0" rtl="0" algn="l">
                        <a:lnSpc>
                          <a:spcPct val="100000"/>
                        </a:lnSpc>
                        <a:spcBef>
                          <a:spcPts val="0"/>
                        </a:spcBef>
                        <a:spcAft>
                          <a:spcPts val="0"/>
                        </a:spcAft>
                        <a:buClr>
                          <a:srgbClr val="010199"/>
                        </a:buClr>
                        <a:buSzPts val="800"/>
                        <a:buFont typeface="Tahoma"/>
                        <a:buNone/>
                      </a:pPr>
                      <a:r>
                        <a:rPr b="0" i="0" lang="en-US" sz="800" u="none">
                          <a:solidFill>
                            <a:srgbClr val="010199"/>
                          </a:solidFill>
                          <a:latin typeface="Tahoma"/>
                          <a:ea typeface="Tahoma"/>
                          <a:cs typeface="Tahoma"/>
                          <a:sym typeface="Tahoma"/>
                        </a:rPr>
                        <a:t>Ll </a:t>
                      </a:r>
                      <a:r>
                        <a:rPr b="0" i="0" lang="en-US" sz="1600" u="none">
                          <a:solidFill>
                            <a:srgbClr val="010199"/>
                          </a:solidFill>
                          <a:latin typeface="Tahoma"/>
                          <a:ea typeface="Tahoma"/>
                          <a:cs typeface="Tahoma"/>
                          <a:sym typeface="Tahoma"/>
                        </a:rPr>
                        <a:t>׀</a:t>
                      </a:r>
                      <a:r>
                        <a:rPr b="0" i="0" lang="en-US" sz="800" u="none">
                          <a:solidFill>
                            <a:srgbClr val="010199"/>
                          </a:solidFill>
                          <a:latin typeface="Tahoma"/>
                          <a:ea typeface="Tahoma"/>
                          <a:cs typeface="Tahoma"/>
                          <a:sym typeface="Tahoma"/>
                        </a:rPr>
                        <a:t> NoLl</a:t>
                      </a:r>
                      <a:endParaRPr/>
                    </a:p>
                  </a:txBody>
                  <a:tcPr marT="45725" marB="45725" marR="91425" marL="91425">
                    <a:lnL cap="flat" cmpd="sng" w="381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CDECEC"/>
                    </a:solidFill>
                  </a:tcPr>
                </a:tc>
                <a:tc>
                  <a:txBody>
                    <a:bodyPr/>
                    <a:lstStyle/>
                    <a:p>
                      <a:pPr indent="0" lvl="0" marL="0" marR="0" rtl="0" algn="l">
                        <a:lnSpc>
                          <a:spcPct val="100000"/>
                        </a:lnSpc>
                        <a:spcBef>
                          <a:spcPts val="0"/>
                        </a:spcBef>
                        <a:spcAft>
                          <a:spcPts val="0"/>
                        </a:spcAft>
                        <a:buClr>
                          <a:srgbClr val="010199"/>
                        </a:buClr>
                        <a:buSzPts val="800"/>
                        <a:buFont typeface="Tahoma"/>
                        <a:buNone/>
                      </a:pPr>
                      <a:r>
                        <a:rPr b="0" i="0" lang="en-US" sz="800" u="none">
                          <a:solidFill>
                            <a:srgbClr val="010199"/>
                          </a:solidFill>
                          <a:latin typeface="Tahoma"/>
                          <a:ea typeface="Tahoma"/>
                          <a:cs typeface="Tahoma"/>
                          <a:sym typeface="Tahoma"/>
                        </a:rPr>
                        <a:t>Ll </a:t>
                      </a:r>
                      <a:r>
                        <a:rPr b="0" i="0" lang="en-US" sz="1600" u="none">
                          <a:solidFill>
                            <a:srgbClr val="010199"/>
                          </a:solidFill>
                          <a:latin typeface="Tahoma"/>
                          <a:ea typeface="Tahoma"/>
                          <a:cs typeface="Tahoma"/>
                          <a:sym typeface="Tahoma"/>
                        </a:rPr>
                        <a:t>׀</a:t>
                      </a:r>
                      <a:r>
                        <a:rPr b="0" i="0" lang="en-US" sz="800" u="none">
                          <a:solidFill>
                            <a:srgbClr val="010199"/>
                          </a:solidFill>
                          <a:latin typeface="Tahoma"/>
                          <a:ea typeface="Tahoma"/>
                          <a:cs typeface="Tahoma"/>
                          <a:sym typeface="Tahoma"/>
                        </a:rPr>
                        <a:t> Ll</a:t>
                      </a:r>
                      <a:endParaRPr/>
                    </a:p>
                    <a:p>
                      <a:pPr indent="0" lvl="0" marL="0" marR="0" rtl="0" algn="l">
                        <a:spcBef>
                          <a:spcPts val="0"/>
                        </a:spcBef>
                        <a:spcAft>
                          <a:spcPts val="0"/>
                        </a:spcAft>
                        <a:buNone/>
                      </a:pPr>
                      <a:r>
                        <a:t/>
                      </a:r>
                      <a:endParaRPr b="0" i="0" sz="800" u="none">
                        <a:solidFill>
                          <a:srgbClr val="010199"/>
                        </a:solidFill>
                        <a:latin typeface="Tahoma"/>
                        <a:ea typeface="Tahoma"/>
                        <a:cs typeface="Tahoma"/>
                        <a:sym typeface="Tahoma"/>
                      </a:endParaRPr>
                    </a:p>
                  </a:txBody>
                  <a:tcPr marT="45725" marB="45725" marR="91425" marL="91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CDECEC"/>
                    </a:solidFill>
                  </a:tcPr>
                </a:tc>
                <a:tc>
                  <a:txBody>
                    <a:bodyPr/>
                    <a:lstStyle/>
                    <a:p>
                      <a:pPr indent="0" lvl="0" marL="0" marR="0" rtl="0" algn="l">
                        <a:lnSpc>
                          <a:spcPct val="100000"/>
                        </a:lnSpc>
                        <a:spcBef>
                          <a:spcPts val="0"/>
                        </a:spcBef>
                        <a:spcAft>
                          <a:spcPts val="0"/>
                        </a:spcAft>
                        <a:buClr>
                          <a:srgbClr val="010199"/>
                        </a:buClr>
                        <a:buSzPts val="800"/>
                        <a:buFont typeface="Tahoma"/>
                        <a:buNone/>
                      </a:pPr>
                      <a:r>
                        <a:rPr b="0" i="0" lang="en-US" sz="800" u="none">
                          <a:solidFill>
                            <a:srgbClr val="010199"/>
                          </a:solidFill>
                          <a:latin typeface="Tahoma"/>
                          <a:ea typeface="Tahoma"/>
                          <a:cs typeface="Tahoma"/>
                          <a:sym typeface="Tahoma"/>
                        </a:rPr>
                        <a:t>NoLl </a:t>
                      </a:r>
                      <a:r>
                        <a:rPr b="0" i="0" lang="en-US" sz="1600" u="none">
                          <a:solidFill>
                            <a:srgbClr val="010199"/>
                          </a:solidFill>
                          <a:latin typeface="Tahoma"/>
                          <a:ea typeface="Tahoma"/>
                          <a:cs typeface="Tahoma"/>
                          <a:sym typeface="Tahoma"/>
                        </a:rPr>
                        <a:t>׀</a:t>
                      </a:r>
                      <a:r>
                        <a:rPr b="0" i="0" lang="en-US" sz="800" u="none">
                          <a:solidFill>
                            <a:srgbClr val="010199"/>
                          </a:solidFill>
                          <a:latin typeface="Tahoma"/>
                          <a:ea typeface="Tahoma"/>
                          <a:cs typeface="Tahoma"/>
                          <a:sym typeface="Tahoma"/>
                        </a:rPr>
                        <a:t> NoLl</a:t>
                      </a:r>
                      <a:endParaRPr/>
                    </a:p>
                    <a:p>
                      <a:pPr indent="0" lvl="0" marL="0" marR="0" rtl="0" algn="l">
                        <a:spcBef>
                          <a:spcPts val="0"/>
                        </a:spcBef>
                        <a:spcAft>
                          <a:spcPts val="0"/>
                        </a:spcAft>
                        <a:buNone/>
                      </a:pPr>
                      <a:r>
                        <a:t/>
                      </a:r>
                      <a:endParaRPr b="0" i="0" sz="800" u="none">
                        <a:solidFill>
                          <a:srgbClr val="010199"/>
                        </a:solidFill>
                        <a:latin typeface="Tahoma"/>
                        <a:ea typeface="Tahoma"/>
                        <a:cs typeface="Tahoma"/>
                        <a:sym typeface="Tahoma"/>
                      </a:endParaRPr>
                    </a:p>
                  </a:txBody>
                  <a:tcPr marT="45725" marB="45725" marR="91425" marL="91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CDECEC"/>
                    </a:solidFill>
                  </a:tcPr>
                </a:tc>
                <a:tc>
                  <a:txBody>
                    <a:bodyPr/>
                    <a:lstStyle/>
                    <a:p>
                      <a:pPr indent="0" lvl="0" marL="0" marR="0" rtl="0" algn="l">
                        <a:lnSpc>
                          <a:spcPct val="100000"/>
                        </a:lnSpc>
                        <a:spcBef>
                          <a:spcPts val="0"/>
                        </a:spcBef>
                        <a:spcAft>
                          <a:spcPts val="0"/>
                        </a:spcAft>
                        <a:buClr>
                          <a:srgbClr val="010199"/>
                        </a:buClr>
                        <a:buSzPts val="800"/>
                        <a:buFont typeface="Tahoma"/>
                        <a:buNone/>
                      </a:pPr>
                      <a:r>
                        <a:rPr b="0" i="0" lang="en-US" sz="800" u="none">
                          <a:solidFill>
                            <a:srgbClr val="010199"/>
                          </a:solidFill>
                          <a:latin typeface="Tahoma"/>
                          <a:ea typeface="Tahoma"/>
                          <a:cs typeface="Tahoma"/>
                          <a:sym typeface="Tahoma"/>
                        </a:rPr>
                        <a:t>NoLl </a:t>
                      </a:r>
                      <a:r>
                        <a:rPr b="0" i="0" lang="en-US" sz="1600" u="none">
                          <a:solidFill>
                            <a:srgbClr val="010199"/>
                          </a:solidFill>
                          <a:latin typeface="Tahoma"/>
                          <a:ea typeface="Tahoma"/>
                          <a:cs typeface="Tahoma"/>
                          <a:sym typeface="Tahoma"/>
                        </a:rPr>
                        <a:t>׀</a:t>
                      </a:r>
                      <a:r>
                        <a:rPr b="0" i="0" lang="en-US" sz="800" u="none">
                          <a:solidFill>
                            <a:srgbClr val="010199"/>
                          </a:solidFill>
                          <a:latin typeface="Tahoma"/>
                          <a:ea typeface="Tahoma"/>
                          <a:cs typeface="Tahoma"/>
                          <a:sym typeface="Tahoma"/>
                        </a:rPr>
                        <a:t> Ll</a:t>
                      </a:r>
                      <a:endParaRPr/>
                    </a:p>
                    <a:p>
                      <a:pPr indent="0" lvl="0" marL="0" marR="0" rtl="0" algn="l">
                        <a:spcBef>
                          <a:spcPts val="0"/>
                        </a:spcBef>
                        <a:spcAft>
                          <a:spcPts val="0"/>
                        </a:spcAft>
                        <a:buNone/>
                      </a:pPr>
                      <a:r>
                        <a:t/>
                      </a:r>
                      <a:endParaRPr b="0" i="0" sz="800" u="none">
                        <a:solidFill>
                          <a:srgbClr val="010199"/>
                        </a:solidFill>
                        <a:latin typeface="Tahoma"/>
                        <a:ea typeface="Tahoma"/>
                        <a:cs typeface="Tahoma"/>
                        <a:sym typeface="Tahoma"/>
                      </a:endParaRPr>
                    </a:p>
                  </a:txBody>
                  <a:tcPr marT="45725" marB="45725" marR="91425" marL="91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CDECEC"/>
                    </a:solidFill>
                  </a:tcPr>
                </a:tc>
              </a:tr>
              <a:tr h="369875">
                <a:tc>
                  <a:txBody>
                    <a:bodyPr/>
                    <a:lstStyle/>
                    <a:p>
                      <a:pPr indent="0" lvl="0" marL="0" marR="0" rtl="0" algn="l">
                        <a:lnSpc>
                          <a:spcPct val="100000"/>
                        </a:lnSpc>
                        <a:spcBef>
                          <a:spcPts val="0"/>
                        </a:spcBef>
                        <a:spcAft>
                          <a:spcPts val="0"/>
                        </a:spcAft>
                        <a:buClr>
                          <a:srgbClr val="000000"/>
                        </a:buClr>
                        <a:buSzPts val="1800"/>
                        <a:buFont typeface="Calibri"/>
                        <a:buNone/>
                      </a:pPr>
                      <a:r>
                        <a:rPr b="0" i="0" lang="en-US" sz="1800" u="none">
                          <a:solidFill>
                            <a:srgbClr val="000000"/>
                          </a:solidFill>
                          <a:latin typeface="Calibri"/>
                          <a:ea typeface="Calibri"/>
                          <a:cs typeface="Calibri"/>
                          <a:sym typeface="Calibri"/>
                        </a:rPr>
                        <a:t>Δt = 10 min</a:t>
                      </a:r>
                      <a:endParaRPr/>
                    </a:p>
                  </a:txBody>
                  <a:tcPr marT="45725" marB="45725" marR="91425" marL="91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8F6F6"/>
                    </a:solidFill>
                  </a:tcPr>
                </a:tc>
                <a:tc>
                  <a:txBody>
                    <a:bodyPr/>
                    <a:lstStyle/>
                    <a:p>
                      <a:pPr indent="0" lvl="0" marL="0" marR="0" rtl="0" algn="l">
                        <a:spcBef>
                          <a:spcPts val="0"/>
                        </a:spcBef>
                        <a:spcAft>
                          <a:spcPts val="0"/>
                        </a:spcAft>
                        <a:buNone/>
                      </a:pPr>
                      <a:r>
                        <a:t/>
                      </a:r>
                      <a:endParaRPr sz="1800">
                        <a:solidFill>
                          <a:schemeClr val="lt1"/>
                        </a:solidFill>
                        <a:latin typeface="Tahoma"/>
                        <a:ea typeface="Tahoma"/>
                        <a:cs typeface="Tahoma"/>
                        <a:sym typeface="Tahoma"/>
                      </a:endParaRPr>
                    </a:p>
                  </a:txBody>
                  <a:tcPr marT="45725" marB="45725" marR="91425" marL="91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8F6F6"/>
                    </a:solidFill>
                  </a:tcPr>
                </a:tc>
                <a:tc>
                  <a:txBody>
                    <a:bodyPr/>
                    <a:lstStyle/>
                    <a:p>
                      <a:pPr indent="0" lvl="0" marL="0" marR="0" rtl="0" algn="l">
                        <a:spcBef>
                          <a:spcPts val="0"/>
                        </a:spcBef>
                        <a:spcAft>
                          <a:spcPts val="0"/>
                        </a:spcAft>
                        <a:buNone/>
                      </a:pPr>
                      <a:r>
                        <a:t/>
                      </a:r>
                      <a:endParaRPr sz="1800">
                        <a:solidFill>
                          <a:schemeClr val="lt1"/>
                        </a:solidFill>
                        <a:latin typeface="Tahoma"/>
                        <a:ea typeface="Tahoma"/>
                        <a:cs typeface="Tahoma"/>
                        <a:sym typeface="Tahoma"/>
                      </a:endParaRPr>
                    </a:p>
                  </a:txBody>
                  <a:tcPr marT="45725" marB="45725" marR="91425" marL="91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8F6F6"/>
                    </a:solidFill>
                  </a:tcPr>
                </a:tc>
                <a:tc>
                  <a:txBody>
                    <a:bodyPr/>
                    <a:lstStyle/>
                    <a:p>
                      <a:pPr indent="0" lvl="0" marL="0" marR="0" rtl="0" algn="l">
                        <a:spcBef>
                          <a:spcPts val="0"/>
                        </a:spcBef>
                        <a:spcAft>
                          <a:spcPts val="0"/>
                        </a:spcAft>
                        <a:buNone/>
                      </a:pPr>
                      <a:r>
                        <a:t/>
                      </a:r>
                      <a:endParaRPr sz="1800">
                        <a:solidFill>
                          <a:schemeClr val="lt1"/>
                        </a:solidFill>
                        <a:latin typeface="Tahoma"/>
                        <a:ea typeface="Tahoma"/>
                        <a:cs typeface="Tahoma"/>
                        <a:sym typeface="Tahoma"/>
                      </a:endParaRPr>
                    </a:p>
                  </a:txBody>
                  <a:tcPr marT="45725" marB="45725" marR="91425" marL="91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8F6F6"/>
                    </a:solidFill>
                  </a:tcPr>
                </a:tc>
                <a:tc>
                  <a:txBody>
                    <a:bodyPr/>
                    <a:lstStyle/>
                    <a:p>
                      <a:pPr indent="0" lvl="0" marL="0" marR="0" rtl="0" algn="l">
                        <a:spcBef>
                          <a:spcPts val="0"/>
                        </a:spcBef>
                        <a:spcAft>
                          <a:spcPts val="0"/>
                        </a:spcAft>
                        <a:buNone/>
                      </a:pPr>
                      <a:r>
                        <a:t/>
                      </a:r>
                      <a:endParaRPr sz="1800">
                        <a:solidFill>
                          <a:schemeClr val="lt1"/>
                        </a:solidFill>
                        <a:latin typeface="Tahoma"/>
                        <a:ea typeface="Tahoma"/>
                        <a:cs typeface="Tahoma"/>
                        <a:sym typeface="Tahoma"/>
                      </a:endParaRPr>
                    </a:p>
                  </a:txBody>
                  <a:tcPr marT="45725" marB="45725" marR="91425" marL="91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8F6F6"/>
                    </a:solidFill>
                  </a:tcPr>
                </a:tc>
                <a:tc>
                  <a:txBody>
                    <a:bodyPr/>
                    <a:lstStyle/>
                    <a:p>
                      <a:pPr indent="0" lvl="0" marL="0" marR="0" rtl="0" algn="l">
                        <a:spcBef>
                          <a:spcPts val="0"/>
                        </a:spcBef>
                        <a:spcAft>
                          <a:spcPts val="0"/>
                        </a:spcAft>
                        <a:buNone/>
                      </a:pPr>
                      <a:r>
                        <a:t/>
                      </a:r>
                      <a:endParaRPr sz="1800">
                        <a:solidFill>
                          <a:schemeClr val="lt1"/>
                        </a:solidFill>
                        <a:latin typeface="Tahoma"/>
                        <a:ea typeface="Tahoma"/>
                        <a:cs typeface="Tahoma"/>
                        <a:sym typeface="Tahoma"/>
                      </a:endParaRPr>
                    </a:p>
                  </a:txBody>
                  <a:tcPr marT="45725" marB="45725" marR="91425" marL="91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8F6F6"/>
                    </a:solidFill>
                  </a:tcPr>
                </a:tc>
                <a:tc>
                  <a:txBody>
                    <a:bodyPr/>
                    <a:lstStyle/>
                    <a:p>
                      <a:pPr indent="0" lvl="0" marL="0" marR="0" rtl="0" algn="l">
                        <a:spcBef>
                          <a:spcPts val="0"/>
                        </a:spcBef>
                        <a:spcAft>
                          <a:spcPts val="0"/>
                        </a:spcAft>
                        <a:buNone/>
                      </a:pPr>
                      <a:r>
                        <a:t/>
                      </a:r>
                      <a:endParaRPr sz="1800">
                        <a:solidFill>
                          <a:schemeClr val="lt1"/>
                        </a:solidFill>
                        <a:latin typeface="Tahoma"/>
                        <a:ea typeface="Tahoma"/>
                        <a:cs typeface="Tahoma"/>
                        <a:sym typeface="Tahoma"/>
                      </a:endParaRPr>
                    </a:p>
                  </a:txBody>
                  <a:tcPr marT="45725" marB="45725" marR="91425" marL="91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8F6F6"/>
                    </a:solidFill>
                  </a:tcPr>
                </a:tc>
                <a:tc>
                  <a:txBody>
                    <a:bodyPr/>
                    <a:lstStyle/>
                    <a:p>
                      <a:pPr indent="0" lvl="0" marL="0" marR="0" rtl="0" algn="l">
                        <a:spcBef>
                          <a:spcPts val="0"/>
                        </a:spcBef>
                        <a:spcAft>
                          <a:spcPts val="0"/>
                        </a:spcAft>
                        <a:buNone/>
                      </a:pPr>
                      <a:r>
                        <a:t/>
                      </a:r>
                      <a:endParaRPr sz="1800">
                        <a:solidFill>
                          <a:schemeClr val="lt1"/>
                        </a:solidFill>
                        <a:latin typeface="Tahoma"/>
                        <a:ea typeface="Tahoma"/>
                        <a:cs typeface="Tahoma"/>
                        <a:sym typeface="Tahoma"/>
                      </a:endParaRPr>
                    </a:p>
                  </a:txBody>
                  <a:tcPr marT="45725" marB="45725" marR="91425" marL="91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8F6F6"/>
                    </a:solidFill>
                  </a:tcPr>
                </a:tc>
                <a:tc>
                  <a:txBody>
                    <a:bodyPr/>
                    <a:lstStyle/>
                    <a:p>
                      <a:pPr indent="0" lvl="0" marL="0" marR="0" rtl="0" algn="l">
                        <a:spcBef>
                          <a:spcPts val="0"/>
                        </a:spcBef>
                        <a:spcAft>
                          <a:spcPts val="0"/>
                        </a:spcAft>
                        <a:buNone/>
                      </a:pPr>
                      <a:r>
                        <a:t/>
                      </a:r>
                      <a:endParaRPr sz="1800">
                        <a:solidFill>
                          <a:schemeClr val="lt1"/>
                        </a:solidFill>
                        <a:latin typeface="Tahoma"/>
                        <a:ea typeface="Tahoma"/>
                        <a:cs typeface="Tahoma"/>
                        <a:sym typeface="Tahoma"/>
                      </a:endParaRPr>
                    </a:p>
                  </a:txBody>
                  <a:tcPr marT="45725" marB="45725" marR="91425" marL="91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8F6F6"/>
                    </a:solidFill>
                  </a:tcPr>
                </a:tc>
                <a:tc>
                  <a:txBody>
                    <a:bodyPr/>
                    <a:lstStyle/>
                    <a:p>
                      <a:pPr indent="0" lvl="0" marL="0" marR="0" rtl="0" algn="l">
                        <a:spcBef>
                          <a:spcPts val="0"/>
                        </a:spcBef>
                        <a:spcAft>
                          <a:spcPts val="0"/>
                        </a:spcAft>
                        <a:buNone/>
                      </a:pPr>
                      <a:r>
                        <a:t/>
                      </a:r>
                      <a:endParaRPr sz="1800">
                        <a:solidFill>
                          <a:schemeClr val="lt1"/>
                        </a:solidFill>
                        <a:latin typeface="Tahoma"/>
                        <a:ea typeface="Tahoma"/>
                        <a:cs typeface="Tahoma"/>
                        <a:sym typeface="Tahoma"/>
                      </a:endParaRPr>
                    </a:p>
                  </a:txBody>
                  <a:tcPr marT="45725" marB="45725" marR="91425" marL="91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8F6F6"/>
                    </a:solidFill>
                  </a:tcPr>
                </a:tc>
                <a:tc>
                  <a:txBody>
                    <a:bodyPr/>
                    <a:lstStyle/>
                    <a:p>
                      <a:pPr indent="0" lvl="0" marL="0" marR="0" rtl="0" algn="l">
                        <a:spcBef>
                          <a:spcPts val="0"/>
                        </a:spcBef>
                        <a:spcAft>
                          <a:spcPts val="0"/>
                        </a:spcAft>
                        <a:buNone/>
                      </a:pPr>
                      <a:r>
                        <a:t/>
                      </a:r>
                      <a:endParaRPr sz="1800">
                        <a:solidFill>
                          <a:schemeClr val="lt1"/>
                        </a:solidFill>
                        <a:latin typeface="Tahoma"/>
                        <a:ea typeface="Tahoma"/>
                        <a:cs typeface="Tahoma"/>
                        <a:sym typeface="Tahoma"/>
                      </a:endParaRPr>
                    </a:p>
                  </a:txBody>
                  <a:tcPr marT="45725" marB="45725" marR="91425" marL="91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8F6F6"/>
                    </a:solidFill>
                  </a:tcPr>
                </a:tc>
                <a:tc>
                  <a:txBody>
                    <a:bodyPr/>
                    <a:lstStyle/>
                    <a:p>
                      <a:pPr indent="0" lvl="0" marL="0" marR="0" rtl="0" algn="l">
                        <a:spcBef>
                          <a:spcPts val="0"/>
                        </a:spcBef>
                        <a:spcAft>
                          <a:spcPts val="0"/>
                        </a:spcAft>
                        <a:buNone/>
                      </a:pPr>
                      <a:r>
                        <a:t/>
                      </a:r>
                      <a:endParaRPr sz="1800">
                        <a:solidFill>
                          <a:schemeClr val="lt1"/>
                        </a:solidFill>
                        <a:latin typeface="Tahoma"/>
                        <a:ea typeface="Tahoma"/>
                        <a:cs typeface="Tahoma"/>
                        <a:sym typeface="Tahoma"/>
                      </a:endParaRPr>
                    </a:p>
                  </a:txBody>
                  <a:tcPr marT="45725" marB="45725" marR="91425" marL="91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8F6F6"/>
                    </a:solidFill>
                  </a:tcPr>
                </a:tc>
              </a:tr>
              <a:tr h="444500">
                <a:tc>
                  <a:txBody>
                    <a:bodyPr/>
                    <a:lstStyle/>
                    <a:p>
                      <a:pPr indent="0" lvl="0" marL="0" marR="0" rtl="0" algn="l">
                        <a:lnSpc>
                          <a:spcPct val="100000"/>
                        </a:lnSpc>
                        <a:spcBef>
                          <a:spcPts val="0"/>
                        </a:spcBef>
                        <a:spcAft>
                          <a:spcPts val="0"/>
                        </a:spcAft>
                        <a:buClr>
                          <a:srgbClr val="000000"/>
                        </a:buClr>
                        <a:buSzPts val="1800"/>
                        <a:buFont typeface="Calibri"/>
                        <a:buNone/>
                      </a:pPr>
                      <a:r>
                        <a:rPr b="0" i="0" lang="en-US" sz="1800" u="none">
                          <a:solidFill>
                            <a:srgbClr val="000000"/>
                          </a:solidFill>
                          <a:latin typeface="Calibri"/>
                          <a:ea typeface="Calibri"/>
                          <a:cs typeface="Calibri"/>
                          <a:sym typeface="Calibri"/>
                        </a:rPr>
                        <a:t>Δt = 0.5 hr</a:t>
                      </a:r>
                      <a:endParaRPr/>
                    </a:p>
                  </a:txBody>
                  <a:tcPr marT="45725" marB="45725" marR="91425" marL="91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CDECEC"/>
                    </a:solidFill>
                  </a:tcPr>
                </a:tc>
                <a:tc>
                  <a:txBody>
                    <a:bodyPr/>
                    <a:lstStyle/>
                    <a:p>
                      <a:pPr indent="0" lvl="0" marL="0" marR="0" rtl="0" algn="l">
                        <a:spcBef>
                          <a:spcPts val="0"/>
                        </a:spcBef>
                        <a:spcAft>
                          <a:spcPts val="0"/>
                        </a:spcAft>
                        <a:buNone/>
                      </a:pPr>
                      <a:r>
                        <a:t/>
                      </a:r>
                      <a:endParaRPr sz="1800">
                        <a:solidFill>
                          <a:schemeClr val="lt1"/>
                        </a:solidFill>
                        <a:latin typeface="Tahoma"/>
                        <a:ea typeface="Tahoma"/>
                        <a:cs typeface="Tahoma"/>
                        <a:sym typeface="Tahoma"/>
                      </a:endParaRPr>
                    </a:p>
                  </a:txBody>
                  <a:tcPr marT="45725" marB="45725" marR="91425" marL="91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CDECEC"/>
                    </a:solidFill>
                  </a:tcPr>
                </a:tc>
                <a:tc>
                  <a:txBody>
                    <a:bodyPr/>
                    <a:lstStyle/>
                    <a:p>
                      <a:pPr indent="0" lvl="0" marL="0" marR="0" rtl="0" algn="l">
                        <a:spcBef>
                          <a:spcPts val="0"/>
                        </a:spcBef>
                        <a:spcAft>
                          <a:spcPts val="0"/>
                        </a:spcAft>
                        <a:buNone/>
                      </a:pPr>
                      <a:r>
                        <a:t/>
                      </a:r>
                      <a:endParaRPr sz="1800">
                        <a:solidFill>
                          <a:schemeClr val="lt1"/>
                        </a:solidFill>
                        <a:latin typeface="Tahoma"/>
                        <a:ea typeface="Tahoma"/>
                        <a:cs typeface="Tahoma"/>
                        <a:sym typeface="Tahoma"/>
                      </a:endParaRPr>
                    </a:p>
                  </a:txBody>
                  <a:tcPr marT="45725" marB="45725" marR="91425" marL="91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CDECEC"/>
                    </a:solidFill>
                  </a:tcPr>
                </a:tc>
                <a:tc>
                  <a:txBody>
                    <a:bodyPr/>
                    <a:lstStyle/>
                    <a:p>
                      <a:pPr indent="0" lvl="0" marL="0" marR="0" rtl="0" algn="l">
                        <a:spcBef>
                          <a:spcPts val="0"/>
                        </a:spcBef>
                        <a:spcAft>
                          <a:spcPts val="0"/>
                        </a:spcAft>
                        <a:buNone/>
                      </a:pPr>
                      <a:r>
                        <a:t/>
                      </a:r>
                      <a:endParaRPr sz="1800">
                        <a:solidFill>
                          <a:schemeClr val="lt1"/>
                        </a:solidFill>
                        <a:latin typeface="Tahoma"/>
                        <a:ea typeface="Tahoma"/>
                        <a:cs typeface="Tahoma"/>
                        <a:sym typeface="Tahoma"/>
                      </a:endParaRPr>
                    </a:p>
                  </a:txBody>
                  <a:tcPr marT="45725" marB="45725" marR="91425" marL="91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CDECEC"/>
                    </a:solidFill>
                  </a:tcPr>
                </a:tc>
                <a:tc>
                  <a:txBody>
                    <a:bodyPr/>
                    <a:lstStyle/>
                    <a:p>
                      <a:pPr indent="0" lvl="0" marL="0" marR="0" rtl="0" algn="l">
                        <a:spcBef>
                          <a:spcPts val="0"/>
                        </a:spcBef>
                        <a:spcAft>
                          <a:spcPts val="0"/>
                        </a:spcAft>
                        <a:buNone/>
                      </a:pPr>
                      <a:r>
                        <a:t/>
                      </a:r>
                      <a:endParaRPr sz="1800">
                        <a:solidFill>
                          <a:schemeClr val="lt1"/>
                        </a:solidFill>
                        <a:latin typeface="Tahoma"/>
                        <a:ea typeface="Tahoma"/>
                        <a:cs typeface="Tahoma"/>
                        <a:sym typeface="Tahoma"/>
                      </a:endParaRPr>
                    </a:p>
                  </a:txBody>
                  <a:tcPr marT="45725" marB="45725" marR="91425" marL="91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CDECEC"/>
                    </a:solidFill>
                  </a:tcPr>
                </a:tc>
                <a:tc>
                  <a:txBody>
                    <a:bodyPr/>
                    <a:lstStyle/>
                    <a:p>
                      <a:pPr indent="0" lvl="0" marL="0" marR="0" rtl="0" algn="l">
                        <a:spcBef>
                          <a:spcPts val="0"/>
                        </a:spcBef>
                        <a:spcAft>
                          <a:spcPts val="0"/>
                        </a:spcAft>
                        <a:buNone/>
                      </a:pPr>
                      <a:r>
                        <a:t/>
                      </a:r>
                      <a:endParaRPr sz="1800">
                        <a:solidFill>
                          <a:schemeClr val="lt1"/>
                        </a:solidFill>
                        <a:latin typeface="Tahoma"/>
                        <a:ea typeface="Tahoma"/>
                        <a:cs typeface="Tahoma"/>
                        <a:sym typeface="Tahoma"/>
                      </a:endParaRPr>
                    </a:p>
                  </a:txBody>
                  <a:tcPr marT="45725" marB="45725" marR="91425" marL="91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CDECEC"/>
                    </a:solidFill>
                  </a:tcPr>
                </a:tc>
                <a:tc>
                  <a:txBody>
                    <a:bodyPr/>
                    <a:lstStyle/>
                    <a:p>
                      <a:pPr indent="0" lvl="0" marL="0" marR="0" rtl="0" algn="l">
                        <a:spcBef>
                          <a:spcPts val="0"/>
                        </a:spcBef>
                        <a:spcAft>
                          <a:spcPts val="0"/>
                        </a:spcAft>
                        <a:buNone/>
                      </a:pPr>
                      <a:r>
                        <a:t/>
                      </a:r>
                      <a:endParaRPr sz="1800">
                        <a:solidFill>
                          <a:schemeClr val="lt1"/>
                        </a:solidFill>
                        <a:latin typeface="Tahoma"/>
                        <a:ea typeface="Tahoma"/>
                        <a:cs typeface="Tahoma"/>
                        <a:sym typeface="Tahoma"/>
                      </a:endParaRPr>
                    </a:p>
                  </a:txBody>
                  <a:tcPr marT="45725" marB="45725" marR="91425" marL="91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CDECEC"/>
                    </a:solidFill>
                  </a:tcPr>
                </a:tc>
                <a:tc>
                  <a:txBody>
                    <a:bodyPr/>
                    <a:lstStyle/>
                    <a:p>
                      <a:pPr indent="0" lvl="0" marL="0" marR="0" rtl="0" algn="l">
                        <a:spcBef>
                          <a:spcPts val="0"/>
                        </a:spcBef>
                        <a:spcAft>
                          <a:spcPts val="0"/>
                        </a:spcAft>
                        <a:buNone/>
                      </a:pPr>
                      <a:r>
                        <a:t/>
                      </a:r>
                      <a:endParaRPr sz="1800">
                        <a:solidFill>
                          <a:schemeClr val="lt1"/>
                        </a:solidFill>
                        <a:latin typeface="Tahoma"/>
                        <a:ea typeface="Tahoma"/>
                        <a:cs typeface="Tahoma"/>
                        <a:sym typeface="Tahoma"/>
                      </a:endParaRPr>
                    </a:p>
                  </a:txBody>
                  <a:tcPr marT="45725" marB="45725" marR="91425" marL="91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CDECEC"/>
                    </a:solidFill>
                  </a:tcPr>
                </a:tc>
                <a:tc>
                  <a:txBody>
                    <a:bodyPr/>
                    <a:lstStyle/>
                    <a:p>
                      <a:pPr indent="0" lvl="0" marL="0" marR="0" rtl="0" algn="l">
                        <a:spcBef>
                          <a:spcPts val="0"/>
                        </a:spcBef>
                        <a:spcAft>
                          <a:spcPts val="0"/>
                        </a:spcAft>
                        <a:buNone/>
                      </a:pPr>
                      <a:r>
                        <a:t/>
                      </a:r>
                      <a:endParaRPr sz="1800">
                        <a:solidFill>
                          <a:schemeClr val="lt1"/>
                        </a:solidFill>
                        <a:latin typeface="Tahoma"/>
                        <a:ea typeface="Tahoma"/>
                        <a:cs typeface="Tahoma"/>
                        <a:sym typeface="Tahoma"/>
                      </a:endParaRPr>
                    </a:p>
                  </a:txBody>
                  <a:tcPr marT="45725" marB="45725" marR="91425" marL="91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CDECEC"/>
                    </a:solidFill>
                  </a:tcPr>
                </a:tc>
                <a:tc>
                  <a:txBody>
                    <a:bodyPr/>
                    <a:lstStyle/>
                    <a:p>
                      <a:pPr indent="0" lvl="0" marL="0" marR="0" rtl="0" algn="l">
                        <a:spcBef>
                          <a:spcPts val="0"/>
                        </a:spcBef>
                        <a:spcAft>
                          <a:spcPts val="0"/>
                        </a:spcAft>
                        <a:buNone/>
                      </a:pPr>
                      <a:r>
                        <a:t/>
                      </a:r>
                      <a:endParaRPr sz="1800">
                        <a:solidFill>
                          <a:schemeClr val="lt1"/>
                        </a:solidFill>
                        <a:latin typeface="Tahoma"/>
                        <a:ea typeface="Tahoma"/>
                        <a:cs typeface="Tahoma"/>
                        <a:sym typeface="Tahoma"/>
                      </a:endParaRPr>
                    </a:p>
                  </a:txBody>
                  <a:tcPr marT="45725" marB="45725" marR="91425" marL="91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CDECEC"/>
                    </a:solidFill>
                  </a:tcPr>
                </a:tc>
                <a:tc>
                  <a:txBody>
                    <a:bodyPr/>
                    <a:lstStyle/>
                    <a:p>
                      <a:pPr indent="0" lvl="0" marL="0" marR="0" rtl="0" algn="l">
                        <a:spcBef>
                          <a:spcPts val="0"/>
                        </a:spcBef>
                        <a:spcAft>
                          <a:spcPts val="0"/>
                        </a:spcAft>
                        <a:buNone/>
                      </a:pPr>
                      <a:r>
                        <a:t/>
                      </a:r>
                      <a:endParaRPr sz="1800">
                        <a:solidFill>
                          <a:schemeClr val="lt1"/>
                        </a:solidFill>
                        <a:latin typeface="Tahoma"/>
                        <a:ea typeface="Tahoma"/>
                        <a:cs typeface="Tahoma"/>
                        <a:sym typeface="Tahoma"/>
                      </a:endParaRPr>
                    </a:p>
                  </a:txBody>
                  <a:tcPr marT="45725" marB="45725" marR="91425" marL="91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CDECEC"/>
                    </a:solidFill>
                  </a:tcPr>
                </a:tc>
                <a:tc>
                  <a:txBody>
                    <a:bodyPr/>
                    <a:lstStyle/>
                    <a:p>
                      <a:pPr indent="0" lvl="0" marL="0" marR="0" rtl="0" algn="l">
                        <a:spcBef>
                          <a:spcPts val="0"/>
                        </a:spcBef>
                        <a:spcAft>
                          <a:spcPts val="0"/>
                        </a:spcAft>
                        <a:buNone/>
                      </a:pPr>
                      <a:r>
                        <a:t/>
                      </a:r>
                      <a:endParaRPr sz="1800">
                        <a:solidFill>
                          <a:schemeClr val="lt1"/>
                        </a:solidFill>
                        <a:latin typeface="Tahoma"/>
                        <a:ea typeface="Tahoma"/>
                        <a:cs typeface="Tahoma"/>
                        <a:sym typeface="Tahoma"/>
                      </a:endParaRPr>
                    </a:p>
                  </a:txBody>
                  <a:tcPr marT="45725" marB="45725" marR="91425" marL="91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CDECEC"/>
                    </a:solidFill>
                  </a:tcPr>
                </a:tc>
              </a:tr>
              <a:tr h="369875">
                <a:tc>
                  <a:txBody>
                    <a:bodyPr/>
                    <a:lstStyle/>
                    <a:p>
                      <a:pPr indent="0" lvl="0" marL="0" marR="0" rtl="0" algn="l">
                        <a:lnSpc>
                          <a:spcPct val="100000"/>
                        </a:lnSpc>
                        <a:spcBef>
                          <a:spcPts val="0"/>
                        </a:spcBef>
                        <a:spcAft>
                          <a:spcPts val="0"/>
                        </a:spcAft>
                        <a:buClr>
                          <a:srgbClr val="000000"/>
                        </a:buClr>
                        <a:buSzPts val="1800"/>
                        <a:buFont typeface="Calibri"/>
                        <a:buNone/>
                      </a:pPr>
                      <a:r>
                        <a:rPr b="0" i="0" lang="en-US" sz="1800" u="none">
                          <a:solidFill>
                            <a:srgbClr val="000000"/>
                          </a:solidFill>
                          <a:latin typeface="Calibri"/>
                          <a:ea typeface="Calibri"/>
                          <a:cs typeface="Calibri"/>
                          <a:sym typeface="Calibri"/>
                        </a:rPr>
                        <a:t>Δt = 1 hr</a:t>
                      </a:r>
                      <a:endParaRPr/>
                    </a:p>
                  </a:txBody>
                  <a:tcPr marT="45725" marB="45725" marR="91425" marL="91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8F6F6"/>
                    </a:solidFill>
                  </a:tcPr>
                </a:tc>
                <a:tc>
                  <a:txBody>
                    <a:bodyPr/>
                    <a:lstStyle/>
                    <a:p>
                      <a:pPr indent="0" lvl="0" marL="0" marR="0" rtl="0" algn="l">
                        <a:spcBef>
                          <a:spcPts val="0"/>
                        </a:spcBef>
                        <a:spcAft>
                          <a:spcPts val="0"/>
                        </a:spcAft>
                        <a:buNone/>
                      </a:pPr>
                      <a:r>
                        <a:t/>
                      </a:r>
                      <a:endParaRPr sz="1800">
                        <a:solidFill>
                          <a:schemeClr val="lt1"/>
                        </a:solidFill>
                        <a:latin typeface="Tahoma"/>
                        <a:ea typeface="Tahoma"/>
                        <a:cs typeface="Tahoma"/>
                        <a:sym typeface="Tahoma"/>
                      </a:endParaRPr>
                    </a:p>
                  </a:txBody>
                  <a:tcPr marT="45725" marB="45725" marR="91425" marL="91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8F6F6"/>
                    </a:solidFill>
                  </a:tcPr>
                </a:tc>
                <a:tc>
                  <a:txBody>
                    <a:bodyPr/>
                    <a:lstStyle/>
                    <a:p>
                      <a:pPr indent="0" lvl="0" marL="0" marR="0" rtl="0" algn="l">
                        <a:spcBef>
                          <a:spcPts val="0"/>
                        </a:spcBef>
                        <a:spcAft>
                          <a:spcPts val="0"/>
                        </a:spcAft>
                        <a:buNone/>
                      </a:pPr>
                      <a:r>
                        <a:t/>
                      </a:r>
                      <a:endParaRPr sz="1800">
                        <a:solidFill>
                          <a:schemeClr val="lt1"/>
                        </a:solidFill>
                        <a:latin typeface="Tahoma"/>
                        <a:ea typeface="Tahoma"/>
                        <a:cs typeface="Tahoma"/>
                        <a:sym typeface="Tahoma"/>
                      </a:endParaRPr>
                    </a:p>
                  </a:txBody>
                  <a:tcPr marT="45725" marB="45725" marR="91425" marL="91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8F6F6"/>
                    </a:solidFill>
                  </a:tcPr>
                </a:tc>
                <a:tc>
                  <a:txBody>
                    <a:bodyPr/>
                    <a:lstStyle/>
                    <a:p>
                      <a:pPr indent="0" lvl="0" marL="0" marR="0" rtl="0" algn="l">
                        <a:spcBef>
                          <a:spcPts val="0"/>
                        </a:spcBef>
                        <a:spcAft>
                          <a:spcPts val="0"/>
                        </a:spcAft>
                        <a:buNone/>
                      </a:pPr>
                      <a:r>
                        <a:t/>
                      </a:r>
                      <a:endParaRPr sz="1800">
                        <a:solidFill>
                          <a:schemeClr val="lt1"/>
                        </a:solidFill>
                        <a:latin typeface="Tahoma"/>
                        <a:ea typeface="Tahoma"/>
                        <a:cs typeface="Tahoma"/>
                        <a:sym typeface="Tahoma"/>
                      </a:endParaRPr>
                    </a:p>
                  </a:txBody>
                  <a:tcPr marT="45725" marB="45725" marR="91425" marL="91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8F6F6"/>
                    </a:solidFill>
                  </a:tcPr>
                </a:tc>
                <a:tc>
                  <a:txBody>
                    <a:bodyPr/>
                    <a:lstStyle/>
                    <a:p>
                      <a:pPr indent="0" lvl="0" marL="0" marR="0" rtl="0" algn="l">
                        <a:spcBef>
                          <a:spcPts val="0"/>
                        </a:spcBef>
                        <a:spcAft>
                          <a:spcPts val="0"/>
                        </a:spcAft>
                        <a:buNone/>
                      </a:pPr>
                      <a:r>
                        <a:t/>
                      </a:r>
                      <a:endParaRPr sz="1800">
                        <a:solidFill>
                          <a:schemeClr val="lt1"/>
                        </a:solidFill>
                        <a:latin typeface="Tahoma"/>
                        <a:ea typeface="Tahoma"/>
                        <a:cs typeface="Tahoma"/>
                        <a:sym typeface="Tahoma"/>
                      </a:endParaRPr>
                    </a:p>
                  </a:txBody>
                  <a:tcPr marT="45725" marB="45725" marR="91425" marL="91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8F6F6"/>
                    </a:solidFill>
                  </a:tcPr>
                </a:tc>
                <a:tc>
                  <a:txBody>
                    <a:bodyPr/>
                    <a:lstStyle/>
                    <a:p>
                      <a:pPr indent="0" lvl="0" marL="0" marR="0" rtl="0" algn="l">
                        <a:spcBef>
                          <a:spcPts val="0"/>
                        </a:spcBef>
                        <a:spcAft>
                          <a:spcPts val="0"/>
                        </a:spcAft>
                        <a:buNone/>
                      </a:pPr>
                      <a:r>
                        <a:t/>
                      </a:r>
                      <a:endParaRPr sz="1800">
                        <a:solidFill>
                          <a:schemeClr val="lt1"/>
                        </a:solidFill>
                        <a:latin typeface="Tahoma"/>
                        <a:ea typeface="Tahoma"/>
                        <a:cs typeface="Tahoma"/>
                        <a:sym typeface="Tahoma"/>
                      </a:endParaRPr>
                    </a:p>
                  </a:txBody>
                  <a:tcPr marT="45725" marB="45725" marR="91425" marL="91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8F6F6"/>
                    </a:solidFill>
                  </a:tcPr>
                </a:tc>
                <a:tc>
                  <a:txBody>
                    <a:bodyPr/>
                    <a:lstStyle/>
                    <a:p>
                      <a:pPr indent="0" lvl="0" marL="0" marR="0" rtl="0" algn="l">
                        <a:spcBef>
                          <a:spcPts val="0"/>
                        </a:spcBef>
                        <a:spcAft>
                          <a:spcPts val="0"/>
                        </a:spcAft>
                        <a:buNone/>
                      </a:pPr>
                      <a:r>
                        <a:t/>
                      </a:r>
                      <a:endParaRPr sz="1800">
                        <a:solidFill>
                          <a:schemeClr val="lt1"/>
                        </a:solidFill>
                        <a:latin typeface="Tahoma"/>
                        <a:ea typeface="Tahoma"/>
                        <a:cs typeface="Tahoma"/>
                        <a:sym typeface="Tahoma"/>
                      </a:endParaRPr>
                    </a:p>
                  </a:txBody>
                  <a:tcPr marT="45725" marB="45725" marR="91425" marL="91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8F6F6"/>
                    </a:solidFill>
                  </a:tcPr>
                </a:tc>
                <a:tc>
                  <a:txBody>
                    <a:bodyPr/>
                    <a:lstStyle/>
                    <a:p>
                      <a:pPr indent="0" lvl="0" marL="0" marR="0" rtl="0" algn="l">
                        <a:spcBef>
                          <a:spcPts val="0"/>
                        </a:spcBef>
                        <a:spcAft>
                          <a:spcPts val="0"/>
                        </a:spcAft>
                        <a:buNone/>
                      </a:pPr>
                      <a:r>
                        <a:t/>
                      </a:r>
                      <a:endParaRPr sz="1800">
                        <a:solidFill>
                          <a:schemeClr val="lt1"/>
                        </a:solidFill>
                        <a:latin typeface="Tahoma"/>
                        <a:ea typeface="Tahoma"/>
                        <a:cs typeface="Tahoma"/>
                        <a:sym typeface="Tahoma"/>
                      </a:endParaRPr>
                    </a:p>
                  </a:txBody>
                  <a:tcPr marT="45725" marB="45725" marR="91425" marL="91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8F6F6"/>
                    </a:solidFill>
                  </a:tcPr>
                </a:tc>
                <a:tc>
                  <a:txBody>
                    <a:bodyPr/>
                    <a:lstStyle/>
                    <a:p>
                      <a:pPr indent="0" lvl="0" marL="0" marR="0" rtl="0" algn="l">
                        <a:spcBef>
                          <a:spcPts val="0"/>
                        </a:spcBef>
                        <a:spcAft>
                          <a:spcPts val="0"/>
                        </a:spcAft>
                        <a:buNone/>
                      </a:pPr>
                      <a:r>
                        <a:t/>
                      </a:r>
                      <a:endParaRPr sz="1800">
                        <a:solidFill>
                          <a:schemeClr val="lt1"/>
                        </a:solidFill>
                        <a:latin typeface="Tahoma"/>
                        <a:ea typeface="Tahoma"/>
                        <a:cs typeface="Tahoma"/>
                        <a:sym typeface="Tahoma"/>
                      </a:endParaRPr>
                    </a:p>
                  </a:txBody>
                  <a:tcPr marT="45725" marB="45725" marR="91425" marL="91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8F6F6"/>
                    </a:solidFill>
                  </a:tcPr>
                </a:tc>
                <a:tc>
                  <a:txBody>
                    <a:bodyPr/>
                    <a:lstStyle/>
                    <a:p>
                      <a:pPr indent="0" lvl="0" marL="0" marR="0" rtl="0" algn="l">
                        <a:spcBef>
                          <a:spcPts val="0"/>
                        </a:spcBef>
                        <a:spcAft>
                          <a:spcPts val="0"/>
                        </a:spcAft>
                        <a:buNone/>
                      </a:pPr>
                      <a:r>
                        <a:t/>
                      </a:r>
                      <a:endParaRPr sz="1800">
                        <a:solidFill>
                          <a:schemeClr val="lt1"/>
                        </a:solidFill>
                        <a:latin typeface="Tahoma"/>
                        <a:ea typeface="Tahoma"/>
                        <a:cs typeface="Tahoma"/>
                        <a:sym typeface="Tahoma"/>
                      </a:endParaRPr>
                    </a:p>
                  </a:txBody>
                  <a:tcPr marT="45725" marB="45725" marR="91425" marL="91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8F6F6"/>
                    </a:solidFill>
                  </a:tcPr>
                </a:tc>
                <a:tc>
                  <a:txBody>
                    <a:bodyPr/>
                    <a:lstStyle/>
                    <a:p>
                      <a:pPr indent="0" lvl="0" marL="0" marR="0" rtl="0" algn="l">
                        <a:spcBef>
                          <a:spcPts val="0"/>
                        </a:spcBef>
                        <a:spcAft>
                          <a:spcPts val="0"/>
                        </a:spcAft>
                        <a:buNone/>
                      </a:pPr>
                      <a:r>
                        <a:t/>
                      </a:r>
                      <a:endParaRPr sz="1800">
                        <a:solidFill>
                          <a:schemeClr val="lt1"/>
                        </a:solidFill>
                        <a:latin typeface="Tahoma"/>
                        <a:ea typeface="Tahoma"/>
                        <a:cs typeface="Tahoma"/>
                        <a:sym typeface="Tahoma"/>
                      </a:endParaRPr>
                    </a:p>
                  </a:txBody>
                  <a:tcPr marT="45725" marB="45725" marR="91425" marL="91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8F6F6"/>
                    </a:solidFill>
                  </a:tcPr>
                </a:tc>
                <a:tc>
                  <a:txBody>
                    <a:bodyPr/>
                    <a:lstStyle/>
                    <a:p>
                      <a:pPr indent="0" lvl="0" marL="0" marR="0" rtl="0" algn="l">
                        <a:spcBef>
                          <a:spcPts val="0"/>
                        </a:spcBef>
                        <a:spcAft>
                          <a:spcPts val="0"/>
                        </a:spcAft>
                        <a:buNone/>
                      </a:pPr>
                      <a:r>
                        <a:t/>
                      </a:r>
                      <a:endParaRPr sz="1800">
                        <a:solidFill>
                          <a:schemeClr val="lt1"/>
                        </a:solidFill>
                        <a:latin typeface="Tahoma"/>
                        <a:ea typeface="Tahoma"/>
                        <a:cs typeface="Tahoma"/>
                        <a:sym typeface="Tahoma"/>
                      </a:endParaRPr>
                    </a:p>
                  </a:txBody>
                  <a:tcPr marT="45725" marB="45725" marR="91425" marL="91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8F6F6"/>
                    </a:solidFill>
                  </a:tcPr>
                </a:tc>
              </a:tr>
              <a:tr h="371475">
                <a:tc>
                  <a:txBody>
                    <a:bodyPr/>
                    <a:lstStyle/>
                    <a:p>
                      <a:pPr indent="0" lvl="0" marL="0" marR="0" rtl="0" algn="l">
                        <a:lnSpc>
                          <a:spcPct val="100000"/>
                        </a:lnSpc>
                        <a:spcBef>
                          <a:spcPts val="0"/>
                        </a:spcBef>
                        <a:spcAft>
                          <a:spcPts val="0"/>
                        </a:spcAft>
                        <a:buClr>
                          <a:srgbClr val="000000"/>
                        </a:buClr>
                        <a:buSzPts val="1800"/>
                        <a:buFont typeface="Calibri"/>
                        <a:buNone/>
                      </a:pPr>
                      <a:r>
                        <a:rPr b="0" i="0" lang="en-US" sz="1800" u="none">
                          <a:solidFill>
                            <a:srgbClr val="000000"/>
                          </a:solidFill>
                          <a:latin typeface="Calibri"/>
                          <a:ea typeface="Calibri"/>
                          <a:cs typeface="Calibri"/>
                          <a:sym typeface="Calibri"/>
                        </a:rPr>
                        <a:t>Δt = 3 hr</a:t>
                      </a:r>
                      <a:endParaRPr/>
                    </a:p>
                  </a:txBody>
                  <a:tcPr marT="45725" marB="45725" marR="91425" marL="91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CDECEC"/>
                    </a:solidFill>
                  </a:tcPr>
                </a:tc>
                <a:tc>
                  <a:txBody>
                    <a:bodyPr/>
                    <a:lstStyle/>
                    <a:p>
                      <a:pPr indent="0" lvl="0" marL="0" marR="0" rtl="0" algn="l">
                        <a:spcBef>
                          <a:spcPts val="0"/>
                        </a:spcBef>
                        <a:spcAft>
                          <a:spcPts val="0"/>
                        </a:spcAft>
                        <a:buNone/>
                      </a:pPr>
                      <a:r>
                        <a:t/>
                      </a:r>
                      <a:endParaRPr sz="1800">
                        <a:solidFill>
                          <a:schemeClr val="lt1"/>
                        </a:solidFill>
                        <a:latin typeface="Tahoma"/>
                        <a:ea typeface="Tahoma"/>
                        <a:cs typeface="Tahoma"/>
                        <a:sym typeface="Tahoma"/>
                      </a:endParaRPr>
                    </a:p>
                  </a:txBody>
                  <a:tcPr marT="45725" marB="45725" marR="91425" marL="91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CDECEC"/>
                    </a:solidFill>
                  </a:tcPr>
                </a:tc>
                <a:tc>
                  <a:txBody>
                    <a:bodyPr/>
                    <a:lstStyle/>
                    <a:p>
                      <a:pPr indent="0" lvl="0" marL="0" marR="0" rtl="0" algn="l">
                        <a:spcBef>
                          <a:spcPts val="0"/>
                        </a:spcBef>
                        <a:spcAft>
                          <a:spcPts val="0"/>
                        </a:spcAft>
                        <a:buNone/>
                      </a:pPr>
                      <a:r>
                        <a:t/>
                      </a:r>
                      <a:endParaRPr sz="1800">
                        <a:solidFill>
                          <a:schemeClr val="lt1"/>
                        </a:solidFill>
                        <a:latin typeface="Tahoma"/>
                        <a:ea typeface="Tahoma"/>
                        <a:cs typeface="Tahoma"/>
                        <a:sym typeface="Tahoma"/>
                      </a:endParaRPr>
                    </a:p>
                  </a:txBody>
                  <a:tcPr marT="45725" marB="45725" marR="91425" marL="91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CDECEC"/>
                    </a:solidFill>
                  </a:tcPr>
                </a:tc>
                <a:tc>
                  <a:txBody>
                    <a:bodyPr/>
                    <a:lstStyle/>
                    <a:p>
                      <a:pPr indent="0" lvl="0" marL="0" marR="0" rtl="0" algn="l">
                        <a:spcBef>
                          <a:spcPts val="0"/>
                        </a:spcBef>
                        <a:spcAft>
                          <a:spcPts val="0"/>
                        </a:spcAft>
                        <a:buNone/>
                      </a:pPr>
                      <a:r>
                        <a:t/>
                      </a:r>
                      <a:endParaRPr sz="1800">
                        <a:solidFill>
                          <a:schemeClr val="lt1"/>
                        </a:solidFill>
                        <a:latin typeface="Tahoma"/>
                        <a:ea typeface="Tahoma"/>
                        <a:cs typeface="Tahoma"/>
                        <a:sym typeface="Tahoma"/>
                      </a:endParaRPr>
                    </a:p>
                  </a:txBody>
                  <a:tcPr marT="45725" marB="45725" marR="91425" marL="91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CDECEC"/>
                    </a:solidFill>
                  </a:tcPr>
                </a:tc>
                <a:tc>
                  <a:txBody>
                    <a:bodyPr/>
                    <a:lstStyle/>
                    <a:p>
                      <a:pPr indent="0" lvl="0" marL="0" marR="0" rtl="0" algn="l">
                        <a:spcBef>
                          <a:spcPts val="0"/>
                        </a:spcBef>
                        <a:spcAft>
                          <a:spcPts val="0"/>
                        </a:spcAft>
                        <a:buNone/>
                      </a:pPr>
                      <a:r>
                        <a:t/>
                      </a:r>
                      <a:endParaRPr sz="1800">
                        <a:solidFill>
                          <a:schemeClr val="lt1"/>
                        </a:solidFill>
                        <a:latin typeface="Tahoma"/>
                        <a:ea typeface="Tahoma"/>
                        <a:cs typeface="Tahoma"/>
                        <a:sym typeface="Tahoma"/>
                      </a:endParaRPr>
                    </a:p>
                  </a:txBody>
                  <a:tcPr marT="45725" marB="45725" marR="91425" marL="91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CDECEC"/>
                    </a:solidFill>
                  </a:tcPr>
                </a:tc>
                <a:tc>
                  <a:txBody>
                    <a:bodyPr/>
                    <a:lstStyle/>
                    <a:p>
                      <a:pPr indent="0" lvl="0" marL="0" marR="0" rtl="0" algn="l">
                        <a:spcBef>
                          <a:spcPts val="0"/>
                        </a:spcBef>
                        <a:spcAft>
                          <a:spcPts val="0"/>
                        </a:spcAft>
                        <a:buNone/>
                      </a:pPr>
                      <a:r>
                        <a:t/>
                      </a:r>
                      <a:endParaRPr sz="1800">
                        <a:solidFill>
                          <a:schemeClr val="lt1"/>
                        </a:solidFill>
                        <a:latin typeface="Tahoma"/>
                        <a:ea typeface="Tahoma"/>
                        <a:cs typeface="Tahoma"/>
                        <a:sym typeface="Tahoma"/>
                      </a:endParaRPr>
                    </a:p>
                  </a:txBody>
                  <a:tcPr marT="45725" marB="45725" marR="91425" marL="91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CDECEC"/>
                    </a:solidFill>
                  </a:tcPr>
                </a:tc>
                <a:tc>
                  <a:txBody>
                    <a:bodyPr/>
                    <a:lstStyle/>
                    <a:p>
                      <a:pPr indent="0" lvl="0" marL="0" marR="0" rtl="0" algn="l">
                        <a:spcBef>
                          <a:spcPts val="0"/>
                        </a:spcBef>
                        <a:spcAft>
                          <a:spcPts val="0"/>
                        </a:spcAft>
                        <a:buNone/>
                      </a:pPr>
                      <a:r>
                        <a:t/>
                      </a:r>
                      <a:endParaRPr sz="1800">
                        <a:solidFill>
                          <a:schemeClr val="lt1"/>
                        </a:solidFill>
                        <a:latin typeface="Tahoma"/>
                        <a:ea typeface="Tahoma"/>
                        <a:cs typeface="Tahoma"/>
                        <a:sym typeface="Tahoma"/>
                      </a:endParaRPr>
                    </a:p>
                  </a:txBody>
                  <a:tcPr marT="45725" marB="45725" marR="91425" marL="91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CDECEC"/>
                    </a:solidFill>
                  </a:tcPr>
                </a:tc>
                <a:tc>
                  <a:txBody>
                    <a:bodyPr/>
                    <a:lstStyle/>
                    <a:p>
                      <a:pPr indent="0" lvl="0" marL="0" marR="0" rtl="0" algn="l">
                        <a:spcBef>
                          <a:spcPts val="0"/>
                        </a:spcBef>
                        <a:spcAft>
                          <a:spcPts val="0"/>
                        </a:spcAft>
                        <a:buNone/>
                      </a:pPr>
                      <a:r>
                        <a:t/>
                      </a:r>
                      <a:endParaRPr sz="1800">
                        <a:solidFill>
                          <a:schemeClr val="lt1"/>
                        </a:solidFill>
                        <a:latin typeface="Tahoma"/>
                        <a:ea typeface="Tahoma"/>
                        <a:cs typeface="Tahoma"/>
                        <a:sym typeface="Tahoma"/>
                      </a:endParaRPr>
                    </a:p>
                  </a:txBody>
                  <a:tcPr marT="45725" marB="45725" marR="91425" marL="91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CDECEC"/>
                    </a:solidFill>
                  </a:tcPr>
                </a:tc>
                <a:tc>
                  <a:txBody>
                    <a:bodyPr/>
                    <a:lstStyle/>
                    <a:p>
                      <a:pPr indent="0" lvl="0" marL="0" marR="0" rtl="0" algn="l">
                        <a:spcBef>
                          <a:spcPts val="0"/>
                        </a:spcBef>
                        <a:spcAft>
                          <a:spcPts val="0"/>
                        </a:spcAft>
                        <a:buNone/>
                      </a:pPr>
                      <a:r>
                        <a:t/>
                      </a:r>
                      <a:endParaRPr sz="1800">
                        <a:solidFill>
                          <a:schemeClr val="lt1"/>
                        </a:solidFill>
                        <a:latin typeface="Tahoma"/>
                        <a:ea typeface="Tahoma"/>
                        <a:cs typeface="Tahoma"/>
                        <a:sym typeface="Tahoma"/>
                      </a:endParaRPr>
                    </a:p>
                  </a:txBody>
                  <a:tcPr marT="45725" marB="45725" marR="91425" marL="91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CDECEC"/>
                    </a:solidFill>
                  </a:tcPr>
                </a:tc>
                <a:tc>
                  <a:txBody>
                    <a:bodyPr/>
                    <a:lstStyle/>
                    <a:p>
                      <a:pPr indent="0" lvl="0" marL="0" marR="0" rtl="0" algn="l">
                        <a:spcBef>
                          <a:spcPts val="0"/>
                        </a:spcBef>
                        <a:spcAft>
                          <a:spcPts val="0"/>
                        </a:spcAft>
                        <a:buNone/>
                      </a:pPr>
                      <a:r>
                        <a:t/>
                      </a:r>
                      <a:endParaRPr sz="1800">
                        <a:solidFill>
                          <a:schemeClr val="lt1"/>
                        </a:solidFill>
                        <a:latin typeface="Tahoma"/>
                        <a:ea typeface="Tahoma"/>
                        <a:cs typeface="Tahoma"/>
                        <a:sym typeface="Tahoma"/>
                      </a:endParaRPr>
                    </a:p>
                  </a:txBody>
                  <a:tcPr marT="45725" marB="45725" marR="91425" marL="91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CDECEC"/>
                    </a:solidFill>
                  </a:tcPr>
                </a:tc>
                <a:tc>
                  <a:txBody>
                    <a:bodyPr/>
                    <a:lstStyle/>
                    <a:p>
                      <a:pPr indent="0" lvl="0" marL="0" marR="0" rtl="0" algn="l">
                        <a:spcBef>
                          <a:spcPts val="0"/>
                        </a:spcBef>
                        <a:spcAft>
                          <a:spcPts val="0"/>
                        </a:spcAft>
                        <a:buNone/>
                      </a:pPr>
                      <a:r>
                        <a:t/>
                      </a:r>
                      <a:endParaRPr sz="1800">
                        <a:solidFill>
                          <a:schemeClr val="lt1"/>
                        </a:solidFill>
                        <a:latin typeface="Tahoma"/>
                        <a:ea typeface="Tahoma"/>
                        <a:cs typeface="Tahoma"/>
                        <a:sym typeface="Tahoma"/>
                      </a:endParaRPr>
                    </a:p>
                  </a:txBody>
                  <a:tcPr marT="45725" marB="45725" marR="91425" marL="91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CDECEC"/>
                    </a:solidFill>
                  </a:tcPr>
                </a:tc>
                <a:tc>
                  <a:txBody>
                    <a:bodyPr/>
                    <a:lstStyle/>
                    <a:p>
                      <a:pPr indent="0" lvl="0" marL="0" marR="0" rtl="0" algn="l">
                        <a:spcBef>
                          <a:spcPts val="0"/>
                        </a:spcBef>
                        <a:spcAft>
                          <a:spcPts val="0"/>
                        </a:spcAft>
                        <a:buNone/>
                      </a:pPr>
                      <a:r>
                        <a:t/>
                      </a:r>
                      <a:endParaRPr sz="1800">
                        <a:solidFill>
                          <a:schemeClr val="lt1"/>
                        </a:solidFill>
                        <a:latin typeface="Tahoma"/>
                        <a:ea typeface="Tahoma"/>
                        <a:cs typeface="Tahoma"/>
                        <a:sym typeface="Tahoma"/>
                      </a:endParaRPr>
                    </a:p>
                  </a:txBody>
                  <a:tcPr marT="45725" marB="45725" marR="91425" marL="91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CDECEC"/>
                    </a:solidFill>
                  </a:tcPr>
                </a:tc>
              </a:tr>
              <a:tr h="371475">
                <a:tc>
                  <a:txBody>
                    <a:bodyPr/>
                    <a:lstStyle/>
                    <a:p>
                      <a:pPr indent="0" lvl="0" marL="0" marR="0" rtl="0" algn="l">
                        <a:lnSpc>
                          <a:spcPct val="100000"/>
                        </a:lnSpc>
                        <a:spcBef>
                          <a:spcPts val="0"/>
                        </a:spcBef>
                        <a:spcAft>
                          <a:spcPts val="0"/>
                        </a:spcAft>
                        <a:buClr>
                          <a:srgbClr val="000000"/>
                        </a:buClr>
                        <a:buSzPts val="1800"/>
                        <a:buFont typeface="Calibri"/>
                        <a:buNone/>
                      </a:pPr>
                      <a:r>
                        <a:rPr b="0" i="0" lang="en-US" sz="1800" u="none">
                          <a:solidFill>
                            <a:srgbClr val="000000"/>
                          </a:solidFill>
                          <a:latin typeface="Calibri"/>
                          <a:ea typeface="Calibri"/>
                          <a:cs typeface="Calibri"/>
                          <a:sym typeface="Calibri"/>
                        </a:rPr>
                        <a:t>Δt = 6 hr</a:t>
                      </a:r>
                      <a:endParaRPr/>
                    </a:p>
                  </a:txBody>
                  <a:tcPr marT="45725" marB="45725" marR="91425" marL="91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8F6F6"/>
                    </a:solidFill>
                  </a:tcPr>
                </a:tc>
                <a:tc>
                  <a:txBody>
                    <a:bodyPr/>
                    <a:lstStyle/>
                    <a:p>
                      <a:pPr indent="0" lvl="0" marL="0" marR="0" rtl="0" algn="l">
                        <a:spcBef>
                          <a:spcPts val="0"/>
                        </a:spcBef>
                        <a:spcAft>
                          <a:spcPts val="0"/>
                        </a:spcAft>
                        <a:buNone/>
                      </a:pPr>
                      <a:r>
                        <a:t/>
                      </a:r>
                      <a:endParaRPr sz="1800">
                        <a:solidFill>
                          <a:schemeClr val="lt1"/>
                        </a:solidFill>
                        <a:latin typeface="Tahoma"/>
                        <a:ea typeface="Tahoma"/>
                        <a:cs typeface="Tahoma"/>
                        <a:sym typeface="Tahoma"/>
                      </a:endParaRPr>
                    </a:p>
                  </a:txBody>
                  <a:tcPr marT="45725" marB="45725" marR="91425" marL="91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8F6F6"/>
                    </a:solidFill>
                  </a:tcPr>
                </a:tc>
                <a:tc>
                  <a:txBody>
                    <a:bodyPr/>
                    <a:lstStyle/>
                    <a:p>
                      <a:pPr indent="0" lvl="0" marL="0" marR="0" rtl="0" algn="l">
                        <a:spcBef>
                          <a:spcPts val="0"/>
                        </a:spcBef>
                        <a:spcAft>
                          <a:spcPts val="0"/>
                        </a:spcAft>
                        <a:buNone/>
                      </a:pPr>
                      <a:r>
                        <a:t/>
                      </a:r>
                      <a:endParaRPr sz="1800">
                        <a:solidFill>
                          <a:schemeClr val="lt1"/>
                        </a:solidFill>
                        <a:latin typeface="Tahoma"/>
                        <a:ea typeface="Tahoma"/>
                        <a:cs typeface="Tahoma"/>
                        <a:sym typeface="Tahoma"/>
                      </a:endParaRPr>
                    </a:p>
                  </a:txBody>
                  <a:tcPr marT="45725" marB="45725" marR="91425" marL="91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8F6F6"/>
                    </a:solidFill>
                  </a:tcPr>
                </a:tc>
                <a:tc>
                  <a:txBody>
                    <a:bodyPr/>
                    <a:lstStyle/>
                    <a:p>
                      <a:pPr indent="0" lvl="0" marL="0" marR="0" rtl="0" algn="l">
                        <a:spcBef>
                          <a:spcPts val="0"/>
                        </a:spcBef>
                        <a:spcAft>
                          <a:spcPts val="0"/>
                        </a:spcAft>
                        <a:buNone/>
                      </a:pPr>
                      <a:r>
                        <a:t/>
                      </a:r>
                      <a:endParaRPr sz="1800">
                        <a:solidFill>
                          <a:schemeClr val="lt1"/>
                        </a:solidFill>
                        <a:latin typeface="Tahoma"/>
                        <a:ea typeface="Tahoma"/>
                        <a:cs typeface="Tahoma"/>
                        <a:sym typeface="Tahoma"/>
                      </a:endParaRPr>
                    </a:p>
                  </a:txBody>
                  <a:tcPr marT="45725" marB="45725" marR="91425" marL="91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8F6F6"/>
                    </a:solidFill>
                  </a:tcPr>
                </a:tc>
                <a:tc>
                  <a:txBody>
                    <a:bodyPr/>
                    <a:lstStyle/>
                    <a:p>
                      <a:pPr indent="0" lvl="0" marL="0" marR="0" rtl="0" algn="l">
                        <a:spcBef>
                          <a:spcPts val="0"/>
                        </a:spcBef>
                        <a:spcAft>
                          <a:spcPts val="0"/>
                        </a:spcAft>
                        <a:buNone/>
                      </a:pPr>
                      <a:r>
                        <a:t/>
                      </a:r>
                      <a:endParaRPr sz="1800">
                        <a:solidFill>
                          <a:schemeClr val="lt1"/>
                        </a:solidFill>
                        <a:latin typeface="Tahoma"/>
                        <a:ea typeface="Tahoma"/>
                        <a:cs typeface="Tahoma"/>
                        <a:sym typeface="Tahoma"/>
                      </a:endParaRPr>
                    </a:p>
                  </a:txBody>
                  <a:tcPr marT="45725" marB="45725" marR="91425" marL="91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8F6F6"/>
                    </a:solidFill>
                  </a:tcPr>
                </a:tc>
                <a:tc>
                  <a:txBody>
                    <a:bodyPr/>
                    <a:lstStyle/>
                    <a:p>
                      <a:pPr indent="0" lvl="0" marL="0" marR="0" rtl="0" algn="l">
                        <a:spcBef>
                          <a:spcPts val="0"/>
                        </a:spcBef>
                        <a:spcAft>
                          <a:spcPts val="0"/>
                        </a:spcAft>
                        <a:buNone/>
                      </a:pPr>
                      <a:r>
                        <a:t/>
                      </a:r>
                      <a:endParaRPr sz="1800">
                        <a:solidFill>
                          <a:schemeClr val="lt1"/>
                        </a:solidFill>
                        <a:latin typeface="Tahoma"/>
                        <a:ea typeface="Tahoma"/>
                        <a:cs typeface="Tahoma"/>
                        <a:sym typeface="Tahoma"/>
                      </a:endParaRPr>
                    </a:p>
                  </a:txBody>
                  <a:tcPr marT="45725" marB="45725" marR="91425" marL="91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8F6F6"/>
                    </a:solidFill>
                  </a:tcPr>
                </a:tc>
                <a:tc>
                  <a:txBody>
                    <a:bodyPr/>
                    <a:lstStyle/>
                    <a:p>
                      <a:pPr indent="0" lvl="0" marL="0" marR="0" rtl="0" algn="l">
                        <a:spcBef>
                          <a:spcPts val="0"/>
                        </a:spcBef>
                        <a:spcAft>
                          <a:spcPts val="0"/>
                        </a:spcAft>
                        <a:buNone/>
                      </a:pPr>
                      <a:r>
                        <a:t/>
                      </a:r>
                      <a:endParaRPr sz="1800">
                        <a:solidFill>
                          <a:schemeClr val="lt1"/>
                        </a:solidFill>
                        <a:latin typeface="Tahoma"/>
                        <a:ea typeface="Tahoma"/>
                        <a:cs typeface="Tahoma"/>
                        <a:sym typeface="Tahoma"/>
                      </a:endParaRPr>
                    </a:p>
                  </a:txBody>
                  <a:tcPr marT="45725" marB="45725" marR="91425" marL="91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8F6F6"/>
                    </a:solidFill>
                  </a:tcPr>
                </a:tc>
                <a:tc>
                  <a:txBody>
                    <a:bodyPr/>
                    <a:lstStyle/>
                    <a:p>
                      <a:pPr indent="0" lvl="0" marL="0" marR="0" rtl="0" algn="l">
                        <a:spcBef>
                          <a:spcPts val="0"/>
                        </a:spcBef>
                        <a:spcAft>
                          <a:spcPts val="0"/>
                        </a:spcAft>
                        <a:buNone/>
                      </a:pPr>
                      <a:r>
                        <a:t/>
                      </a:r>
                      <a:endParaRPr sz="1800">
                        <a:solidFill>
                          <a:schemeClr val="lt1"/>
                        </a:solidFill>
                        <a:latin typeface="Tahoma"/>
                        <a:ea typeface="Tahoma"/>
                        <a:cs typeface="Tahoma"/>
                        <a:sym typeface="Tahoma"/>
                      </a:endParaRPr>
                    </a:p>
                  </a:txBody>
                  <a:tcPr marT="45725" marB="45725" marR="91425" marL="91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8F6F6"/>
                    </a:solidFill>
                  </a:tcPr>
                </a:tc>
                <a:tc>
                  <a:txBody>
                    <a:bodyPr/>
                    <a:lstStyle/>
                    <a:p>
                      <a:pPr indent="0" lvl="0" marL="0" marR="0" rtl="0" algn="l">
                        <a:spcBef>
                          <a:spcPts val="0"/>
                        </a:spcBef>
                        <a:spcAft>
                          <a:spcPts val="0"/>
                        </a:spcAft>
                        <a:buNone/>
                      </a:pPr>
                      <a:r>
                        <a:t/>
                      </a:r>
                      <a:endParaRPr sz="1800">
                        <a:solidFill>
                          <a:schemeClr val="lt1"/>
                        </a:solidFill>
                        <a:latin typeface="Tahoma"/>
                        <a:ea typeface="Tahoma"/>
                        <a:cs typeface="Tahoma"/>
                        <a:sym typeface="Tahoma"/>
                      </a:endParaRPr>
                    </a:p>
                  </a:txBody>
                  <a:tcPr marT="45725" marB="45725" marR="91425" marL="91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8F6F6"/>
                    </a:solidFill>
                  </a:tcPr>
                </a:tc>
                <a:tc>
                  <a:txBody>
                    <a:bodyPr/>
                    <a:lstStyle/>
                    <a:p>
                      <a:pPr indent="0" lvl="0" marL="0" marR="0" rtl="0" algn="l">
                        <a:spcBef>
                          <a:spcPts val="0"/>
                        </a:spcBef>
                        <a:spcAft>
                          <a:spcPts val="0"/>
                        </a:spcAft>
                        <a:buNone/>
                      </a:pPr>
                      <a:r>
                        <a:t/>
                      </a:r>
                      <a:endParaRPr sz="1800">
                        <a:solidFill>
                          <a:schemeClr val="lt1"/>
                        </a:solidFill>
                        <a:latin typeface="Tahoma"/>
                        <a:ea typeface="Tahoma"/>
                        <a:cs typeface="Tahoma"/>
                        <a:sym typeface="Tahoma"/>
                      </a:endParaRPr>
                    </a:p>
                  </a:txBody>
                  <a:tcPr marT="45725" marB="45725" marR="91425" marL="91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8F6F6"/>
                    </a:solidFill>
                  </a:tcPr>
                </a:tc>
                <a:tc>
                  <a:txBody>
                    <a:bodyPr/>
                    <a:lstStyle/>
                    <a:p>
                      <a:pPr indent="0" lvl="0" marL="0" marR="0" rtl="0" algn="l">
                        <a:spcBef>
                          <a:spcPts val="0"/>
                        </a:spcBef>
                        <a:spcAft>
                          <a:spcPts val="0"/>
                        </a:spcAft>
                        <a:buNone/>
                      </a:pPr>
                      <a:r>
                        <a:t/>
                      </a:r>
                      <a:endParaRPr sz="1800">
                        <a:solidFill>
                          <a:schemeClr val="lt1"/>
                        </a:solidFill>
                        <a:latin typeface="Tahoma"/>
                        <a:ea typeface="Tahoma"/>
                        <a:cs typeface="Tahoma"/>
                        <a:sym typeface="Tahoma"/>
                      </a:endParaRPr>
                    </a:p>
                  </a:txBody>
                  <a:tcPr marT="45725" marB="45725" marR="91425" marL="91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8F6F6"/>
                    </a:solidFill>
                  </a:tcPr>
                </a:tc>
                <a:tc>
                  <a:txBody>
                    <a:bodyPr/>
                    <a:lstStyle/>
                    <a:p>
                      <a:pPr indent="0" lvl="0" marL="0" marR="0" rtl="0" algn="l">
                        <a:spcBef>
                          <a:spcPts val="0"/>
                        </a:spcBef>
                        <a:spcAft>
                          <a:spcPts val="0"/>
                        </a:spcAft>
                        <a:buNone/>
                      </a:pPr>
                      <a:r>
                        <a:t/>
                      </a:r>
                      <a:endParaRPr sz="1800">
                        <a:solidFill>
                          <a:schemeClr val="lt1"/>
                        </a:solidFill>
                        <a:latin typeface="Tahoma"/>
                        <a:ea typeface="Tahoma"/>
                        <a:cs typeface="Tahoma"/>
                        <a:sym typeface="Tahoma"/>
                      </a:endParaRPr>
                    </a:p>
                  </a:txBody>
                  <a:tcPr marT="45725" marB="45725" marR="91425" marL="91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8F6F6"/>
                    </a:solidFill>
                  </a:tcPr>
                </a:tc>
              </a:tr>
              <a:tr h="369875">
                <a:tc>
                  <a:txBody>
                    <a:bodyPr/>
                    <a:lstStyle/>
                    <a:p>
                      <a:pPr indent="0" lvl="0" marL="0" marR="0" rtl="0" algn="l">
                        <a:lnSpc>
                          <a:spcPct val="100000"/>
                        </a:lnSpc>
                        <a:spcBef>
                          <a:spcPts val="0"/>
                        </a:spcBef>
                        <a:spcAft>
                          <a:spcPts val="0"/>
                        </a:spcAft>
                        <a:buClr>
                          <a:srgbClr val="000000"/>
                        </a:buClr>
                        <a:buSzPts val="1800"/>
                        <a:buFont typeface="Calibri"/>
                        <a:buNone/>
                      </a:pPr>
                      <a:r>
                        <a:rPr b="0" i="0" lang="en-US" sz="1800" u="none">
                          <a:solidFill>
                            <a:srgbClr val="000000"/>
                          </a:solidFill>
                          <a:latin typeface="Calibri"/>
                          <a:ea typeface="Calibri"/>
                          <a:cs typeface="Calibri"/>
                          <a:sym typeface="Calibri"/>
                        </a:rPr>
                        <a:t>Δt = 12 hr</a:t>
                      </a:r>
                      <a:endParaRPr/>
                    </a:p>
                  </a:txBody>
                  <a:tcPr marT="45725" marB="45725" marR="91425" marL="91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CDECEC"/>
                    </a:solidFill>
                  </a:tcPr>
                </a:tc>
                <a:tc>
                  <a:txBody>
                    <a:bodyPr/>
                    <a:lstStyle/>
                    <a:p>
                      <a:pPr indent="0" lvl="0" marL="0" marR="0" rtl="0" algn="l">
                        <a:spcBef>
                          <a:spcPts val="0"/>
                        </a:spcBef>
                        <a:spcAft>
                          <a:spcPts val="0"/>
                        </a:spcAft>
                        <a:buNone/>
                      </a:pPr>
                      <a:r>
                        <a:t/>
                      </a:r>
                      <a:endParaRPr sz="1800">
                        <a:solidFill>
                          <a:schemeClr val="lt1"/>
                        </a:solidFill>
                        <a:latin typeface="Tahoma"/>
                        <a:ea typeface="Tahoma"/>
                        <a:cs typeface="Tahoma"/>
                        <a:sym typeface="Tahoma"/>
                      </a:endParaRPr>
                    </a:p>
                  </a:txBody>
                  <a:tcPr marT="45725" marB="45725" marR="91425" marL="91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CDECEC"/>
                    </a:solidFill>
                  </a:tcPr>
                </a:tc>
                <a:tc>
                  <a:txBody>
                    <a:bodyPr/>
                    <a:lstStyle/>
                    <a:p>
                      <a:pPr indent="0" lvl="0" marL="0" marR="0" rtl="0" algn="l">
                        <a:spcBef>
                          <a:spcPts val="0"/>
                        </a:spcBef>
                        <a:spcAft>
                          <a:spcPts val="0"/>
                        </a:spcAft>
                        <a:buNone/>
                      </a:pPr>
                      <a:r>
                        <a:t/>
                      </a:r>
                      <a:endParaRPr sz="1800">
                        <a:solidFill>
                          <a:schemeClr val="lt1"/>
                        </a:solidFill>
                        <a:latin typeface="Tahoma"/>
                        <a:ea typeface="Tahoma"/>
                        <a:cs typeface="Tahoma"/>
                        <a:sym typeface="Tahoma"/>
                      </a:endParaRPr>
                    </a:p>
                  </a:txBody>
                  <a:tcPr marT="45725" marB="45725" marR="91425" marL="91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CDECEC"/>
                    </a:solidFill>
                  </a:tcPr>
                </a:tc>
                <a:tc>
                  <a:txBody>
                    <a:bodyPr/>
                    <a:lstStyle/>
                    <a:p>
                      <a:pPr indent="0" lvl="0" marL="0" marR="0" rtl="0" algn="l">
                        <a:spcBef>
                          <a:spcPts val="0"/>
                        </a:spcBef>
                        <a:spcAft>
                          <a:spcPts val="0"/>
                        </a:spcAft>
                        <a:buNone/>
                      </a:pPr>
                      <a:r>
                        <a:t/>
                      </a:r>
                      <a:endParaRPr sz="1800">
                        <a:solidFill>
                          <a:schemeClr val="lt1"/>
                        </a:solidFill>
                        <a:latin typeface="Tahoma"/>
                        <a:ea typeface="Tahoma"/>
                        <a:cs typeface="Tahoma"/>
                        <a:sym typeface="Tahoma"/>
                      </a:endParaRPr>
                    </a:p>
                  </a:txBody>
                  <a:tcPr marT="45725" marB="45725" marR="91425" marL="91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CDECEC"/>
                    </a:solidFill>
                  </a:tcPr>
                </a:tc>
                <a:tc>
                  <a:txBody>
                    <a:bodyPr/>
                    <a:lstStyle/>
                    <a:p>
                      <a:pPr indent="0" lvl="0" marL="0" marR="0" rtl="0" algn="l">
                        <a:spcBef>
                          <a:spcPts val="0"/>
                        </a:spcBef>
                        <a:spcAft>
                          <a:spcPts val="0"/>
                        </a:spcAft>
                        <a:buNone/>
                      </a:pPr>
                      <a:r>
                        <a:t/>
                      </a:r>
                      <a:endParaRPr sz="1800">
                        <a:solidFill>
                          <a:schemeClr val="lt1"/>
                        </a:solidFill>
                        <a:latin typeface="Tahoma"/>
                        <a:ea typeface="Tahoma"/>
                        <a:cs typeface="Tahoma"/>
                        <a:sym typeface="Tahoma"/>
                      </a:endParaRPr>
                    </a:p>
                  </a:txBody>
                  <a:tcPr marT="45725" marB="45725" marR="91425" marL="91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CDECEC"/>
                    </a:solidFill>
                  </a:tcPr>
                </a:tc>
                <a:tc>
                  <a:txBody>
                    <a:bodyPr/>
                    <a:lstStyle/>
                    <a:p>
                      <a:pPr indent="0" lvl="0" marL="0" marR="0" rtl="0" algn="l">
                        <a:spcBef>
                          <a:spcPts val="0"/>
                        </a:spcBef>
                        <a:spcAft>
                          <a:spcPts val="0"/>
                        </a:spcAft>
                        <a:buNone/>
                      </a:pPr>
                      <a:r>
                        <a:t/>
                      </a:r>
                      <a:endParaRPr sz="1800">
                        <a:solidFill>
                          <a:schemeClr val="lt1"/>
                        </a:solidFill>
                        <a:latin typeface="Tahoma"/>
                        <a:ea typeface="Tahoma"/>
                        <a:cs typeface="Tahoma"/>
                        <a:sym typeface="Tahoma"/>
                      </a:endParaRPr>
                    </a:p>
                  </a:txBody>
                  <a:tcPr marT="45725" marB="45725" marR="91425" marL="91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CDECEC"/>
                    </a:solidFill>
                  </a:tcPr>
                </a:tc>
                <a:tc>
                  <a:txBody>
                    <a:bodyPr/>
                    <a:lstStyle/>
                    <a:p>
                      <a:pPr indent="0" lvl="0" marL="0" marR="0" rtl="0" algn="l">
                        <a:spcBef>
                          <a:spcPts val="0"/>
                        </a:spcBef>
                        <a:spcAft>
                          <a:spcPts val="0"/>
                        </a:spcAft>
                        <a:buNone/>
                      </a:pPr>
                      <a:r>
                        <a:t/>
                      </a:r>
                      <a:endParaRPr sz="1800">
                        <a:solidFill>
                          <a:schemeClr val="lt1"/>
                        </a:solidFill>
                        <a:latin typeface="Tahoma"/>
                        <a:ea typeface="Tahoma"/>
                        <a:cs typeface="Tahoma"/>
                        <a:sym typeface="Tahoma"/>
                      </a:endParaRPr>
                    </a:p>
                  </a:txBody>
                  <a:tcPr marT="45725" marB="45725" marR="91425" marL="91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CDECEC"/>
                    </a:solidFill>
                  </a:tcPr>
                </a:tc>
                <a:tc>
                  <a:txBody>
                    <a:bodyPr/>
                    <a:lstStyle/>
                    <a:p>
                      <a:pPr indent="0" lvl="0" marL="0" marR="0" rtl="0" algn="l">
                        <a:spcBef>
                          <a:spcPts val="0"/>
                        </a:spcBef>
                        <a:spcAft>
                          <a:spcPts val="0"/>
                        </a:spcAft>
                        <a:buNone/>
                      </a:pPr>
                      <a:r>
                        <a:t/>
                      </a:r>
                      <a:endParaRPr sz="1800">
                        <a:solidFill>
                          <a:schemeClr val="lt1"/>
                        </a:solidFill>
                        <a:latin typeface="Tahoma"/>
                        <a:ea typeface="Tahoma"/>
                        <a:cs typeface="Tahoma"/>
                        <a:sym typeface="Tahoma"/>
                      </a:endParaRPr>
                    </a:p>
                  </a:txBody>
                  <a:tcPr marT="45725" marB="45725" marR="91425" marL="91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CDECEC"/>
                    </a:solidFill>
                  </a:tcPr>
                </a:tc>
                <a:tc>
                  <a:txBody>
                    <a:bodyPr/>
                    <a:lstStyle/>
                    <a:p>
                      <a:pPr indent="0" lvl="0" marL="0" marR="0" rtl="0" algn="l">
                        <a:spcBef>
                          <a:spcPts val="0"/>
                        </a:spcBef>
                        <a:spcAft>
                          <a:spcPts val="0"/>
                        </a:spcAft>
                        <a:buNone/>
                      </a:pPr>
                      <a:r>
                        <a:t/>
                      </a:r>
                      <a:endParaRPr sz="1800">
                        <a:solidFill>
                          <a:schemeClr val="lt1"/>
                        </a:solidFill>
                        <a:latin typeface="Tahoma"/>
                        <a:ea typeface="Tahoma"/>
                        <a:cs typeface="Tahoma"/>
                        <a:sym typeface="Tahoma"/>
                      </a:endParaRPr>
                    </a:p>
                  </a:txBody>
                  <a:tcPr marT="45725" marB="45725" marR="91425" marL="91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CDECEC"/>
                    </a:solidFill>
                  </a:tcPr>
                </a:tc>
                <a:tc>
                  <a:txBody>
                    <a:bodyPr/>
                    <a:lstStyle/>
                    <a:p>
                      <a:pPr indent="0" lvl="0" marL="0" marR="0" rtl="0" algn="l">
                        <a:spcBef>
                          <a:spcPts val="0"/>
                        </a:spcBef>
                        <a:spcAft>
                          <a:spcPts val="0"/>
                        </a:spcAft>
                        <a:buNone/>
                      </a:pPr>
                      <a:r>
                        <a:t/>
                      </a:r>
                      <a:endParaRPr sz="1800">
                        <a:solidFill>
                          <a:schemeClr val="lt1"/>
                        </a:solidFill>
                        <a:latin typeface="Tahoma"/>
                        <a:ea typeface="Tahoma"/>
                        <a:cs typeface="Tahoma"/>
                        <a:sym typeface="Tahoma"/>
                      </a:endParaRPr>
                    </a:p>
                  </a:txBody>
                  <a:tcPr marT="45725" marB="45725" marR="91425" marL="91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CDECEC"/>
                    </a:solidFill>
                  </a:tcPr>
                </a:tc>
                <a:tc>
                  <a:txBody>
                    <a:bodyPr/>
                    <a:lstStyle/>
                    <a:p>
                      <a:pPr indent="0" lvl="0" marL="0" marR="0" rtl="0" algn="l">
                        <a:spcBef>
                          <a:spcPts val="0"/>
                        </a:spcBef>
                        <a:spcAft>
                          <a:spcPts val="0"/>
                        </a:spcAft>
                        <a:buNone/>
                      </a:pPr>
                      <a:r>
                        <a:t/>
                      </a:r>
                      <a:endParaRPr sz="1800">
                        <a:solidFill>
                          <a:schemeClr val="lt1"/>
                        </a:solidFill>
                        <a:latin typeface="Tahoma"/>
                        <a:ea typeface="Tahoma"/>
                        <a:cs typeface="Tahoma"/>
                        <a:sym typeface="Tahoma"/>
                      </a:endParaRPr>
                    </a:p>
                  </a:txBody>
                  <a:tcPr marT="45725" marB="45725" marR="91425" marL="91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CDECEC"/>
                    </a:solidFill>
                  </a:tcPr>
                </a:tc>
                <a:tc>
                  <a:txBody>
                    <a:bodyPr/>
                    <a:lstStyle/>
                    <a:p>
                      <a:pPr indent="0" lvl="0" marL="0" marR="0" rtl="0" algn="l">
                        <a:spcBef>
                          <a:spcPts val="0"/>
                        </a:spcBef>
                        <a:spcAft>
                          <a:spcPts val="0"/>
                        </a:spcAft>
                        <a:buNone/>
                      </a:pPr>
                      <a:r>
                        <a:t/>
                      </a:r>
                      <a:endParaRPr sz="1800">
                        <a:solidFill>
                          <a:schemeClr val="lt1"/>
                        </a:solidFill>
                        <a:latin typeface="Tahoma"/>
                        <a:ea typeface="Tahoma"/>
                        <a:cs typeface="Tahoma"/>
                        <a:sym typeface="Tahoma"/>
                      </a:endParaRPr>
                    </a:p>
                  </a:txBody>
                  <a:tcPr marT="45725" marB="45725" marR="91425" marL="91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CDECEC"/>
                    </a:solidFill>
                  </a:tcPr>
                </a:tc>
              </a:tr>
              <a:tr h="371475">
                <a:tc>
                  <a:txBody>
                    <a:bodyPr/>
                    <a:lstStyle/>
                    <a:p>
                      <a:pPr indent="0" lvl="0" marL="0" marR="0" rtl="0" algn="l">
                        <a:lnSpc>
                          <a:spcPct val="100000"/>
                        </a:lnSpc>
                        <a:spcBef>
                          <a:spcPts val="0"/>
                        </a:spcBef>
                        <a:spcAft>
                          <a:spcPts val="0"/>
                        </a:spcAft>
                        <a:buClr>
                          <a:srgbClr val="000000"/>
                        </a:buClr>
                        <a:buSzPts val="1800"/>
                        <a:buFont typeface="Calibri"/>
                        <a:buNone/>
                      </a:pPr>
                      <a:r>
                        <a:rPr b="0" i="0" lang="en-US" sz="1800" u="none">
                          <a:solidFill>
                            <a:srgbClr val="000000"/>
                          </a:solidFill>
                          <a:latin typeface="Calibri"/>
                          <a:ea typeface="Calibri"/>
                          <a:cs typeface="Calibri"/>
                          <a:sym typeface="Calibri"/>
                        </a:rPr>
                        <a:t>Δt = 24 hr</a:t>
                      </a:r>
                      <a:endParaRPr/>
                    </a:p>
                  </a:txBody>
                  <a:tcPr marT="45725" marB="45725" marR="91425" marL="91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8F6F6"/>
                    </a:solidFill>
                  </a:tcPr>
                </a:tc>
                <a:tc>
                  <a:txBody>
                    <a:bodyPr/>
                    <a:lstStyle/>
                    <a:p>
                      <a:pPr indent="0" lvl="0" marL="0" marR="0" rtl="0" algn="l">
                        <a:spcBef>
                          <a:spcPts val="0"/>
                        </a:spcBef>
                        <a:spcAft>
                          <a:spcPts val="0"/>
                        </a:spcAft>
                        <a:buNone/>
                      </a:pPr>
                      <a:r>
                        <a:t/>
                      </a:r>
                      <a:endParaRPr sz="1800">
                        <a:solidFill>
                          <a:schemeClr val="lt1"/>
                        </a:solidFill>
                        <a:latin typeface="Tahoma"/>
                        <a:ea typeface="Tahoma"/>
                        <a:cs typeface="Tahoma"/>
                        <a:sym typeface="Tahoma"/>
                      </a:endParaRPr>
                    </a:p>
                  </a:txBody>
                  <a:tcPr marT="45725" marB="45725" marR="91425" marL="91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8F6F6"/>
                    </a:solidFill>
                  </a:tcPr>
                </a:tc>
                <a:tc>
                  <a:txBody>
                    <a:bodyPr/>
                    <a:lstStyle/>
                    <a:p>
                      <a:pPr indent="0" lvl="0" marL="0" marR="0" rtl="0" algn="l">
                        <a:spcBef>
                          <a:spcPts val="0"/>
                        </a:spcBef>
                        <a:spcAft>
                          <a:spcPts val="0"/>
                        </a:spcAft>
                        <a:buNone/>
                      </a:pPr>
                      <a:r>
                        <a:t/>
                      </a:r>
                      <a:endParaRPr sz="1800">
                        <a:solidFill>
                          <a:schemeClr val="lt1"/>
                        </a:solidFill>
                        <a:latin typeface="Tahoma"/>
                        <a:ea typeface="Tahoma"/>
                        <a:cs typeface="Tahoma"/>
                        <a:sym typeface="Tahoma"/>
                      </a:endParaRPr>
                    </a:p>
                  </a:txBody>
                  <a:tcPr marT="45725" marB="45725" marR="91425" marL="91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8F6F6"/>
                    </a:solidFill>
                  </a:tcPr>
                </a:tc>
                <a:tc>
                  <a:txBody>
                    <a:bodyPr/>
                    <a:lstStyle/>
                    <a:p>
                      <a:pPr indent="0" lvl="0" marL="0" marR="0" rtl="0" algn="l">
                        <a:spcBef>
                          <a:spcPts val="0"/>
                        </a:spcBef>
                        <a:spcAft>
                          <a:spcPts val="0"/>
                        </a:spcAft>
                        <a:buNone/>
                      </a:pPr>
                      <a:r>
                        <a:t/>
                      </a:r>
                      <a:endParaRPr sz="1800">
                        <a:solidFill>
                          <a:schemeClr val="lt1"/>
                        </a:solidFill>
                        <a:latin typeface="Tahoma"/>
                        <a:ea typeface="Tahoma"/>
                        <a:cs typeface="Tahoma"/>
                        <a:sym typeface="Tahoma"/>
                      </a:endParaRPr>
                    </a:p>
                  </a:txBody>
                  <a:tcPr marT="45725" marB="45725" marR="91425" marL="91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8F6F6"/>
                    </a:solidFill>
                  </a:tcPr>
                </a:tc>
                <a:tc>
                  <a:txBody>
                    <a:bodyPr/>
                    <a:lstStyle/>
                    <a:p>
                      <a:pPr indent="0" lvl="0" marL="0" marR="0" rtl="0" algn="l">
                        <a:spcBef>
                          <a:spcPts val="0"/>
                        </a:spcBef>
                        <a:spcAft>
                          <a:spcPts val="0"/>
                        </a:spcAft>
                        <a:buNone/>
                      </a:pPr>
                      <a:r>
                        <a:t/>
                      </a:r>
                      <a:endParaRPr sz="1800">
                        <a:solidFill>
                          <a:schemeClr val="lt1"/>
                        </a:solidFill>
                        <a:latin typeface="Tahoma"/>
                        <a:ea typeface="Tahoma"/>
                        <a:cs typeface="Tahoma"/>
                        <a:sym typeface="Tahoma"/>
                      </a:endParaRPr>
                    </a:p>
                  </a:txBody>
                  <a:tcPr marT="45725" marB="45725" marR="91425" marL="91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8F6F6"/>
                    </a:solidFill>
                  </a:tcPr>
                </a:tc>
                <a:tc>
                  <a:txBody>
                    <a:bodyPr/>
                    <a:lstStyle/>
                    <a:p>
                      <a:pPr indent="0" lvl="0" marL="0" marR="0" rtl="0" algn="l">
                        <a:spcBef>
                          <a:spcPts val="0"/>
                        </a:spcBef>
                        <a:spcAft>
                          <a:spcPts val="0"/>
                        </a:spcAft>
                        <a:buNone/>
                      </a:pPr>
                      <a:r>
                        <a:t/>
                      </a:r>
                      <a:endParaRPr sz="1800">
                        <a:solidFill>
                          <a:schemeClr val="lt1"/>
                        </a:solidFill>
                        <a:latin typeface="Tahoma"/>
                        <a:ea typeface="Tahoma"/>
                        <a:cs typeface="Tahoma"/>
                        <a:sym typeface="Tahoma"/>
                      </a:endParaRPr>
                    </a:p>
                  </a:txBody>
                  <a:tcPr marT="45725" marB="45725" marR="91425" marL="91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8F6F6"/>
                    </a:solidFill>
                  </a:tcPr>
                </a:tc>
                <a:tc>
                  <a:txBody>
                    <a:bodyPr/>
                    <a:lstStyle/>
                    <a:p>
                      <a:pPr indent="0" lvl="0" marL="0" marR="0" rtl="0" algn="l">
                        <a:spcBef>
                          <a:spcPts val="0"/>
                        </a:spcBef>
                        <a:spcAft>
                          <a:spcPts val="0"/>
                        </a:spcAft>
                        <a:buNone/>
                      </a:pPr>
                      <a:r>
                        <a:t/>
                      </a:r>
                      <a:endParaRPr sz="1800">
                        <a:solidFill>
                          <a:schemeClr val="lt1"/>
                        </a:solidFill>
                        <a:latin typeface="Tahoma"/>
                        <a:ea typeface="Tahoma"/>
                        <a:cs typeface="Tahoma"/>
                        <a:sym typeface="Tahoma"/>
                      </a:endParaRPr>
                    </a:p>
                  </a:txBody>
                  <a:tcPr marT="45725" marB="45725" marR="91425" marL="91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8F6F6"/>
                    </a:solidFill>
                  </a:tcPr>
                </a:tc>
                <a:tc>
                  <a:txBody>
                    <a:bodyPr/>
                    <a:lstStyle/>
                    <a:p>
                      <a:pPr indent="0" lvl="0" marL="0" marR="0" rtl="0" algn="l">
                        <a:spcBef>
                          <a:spcPts val="0"/>
                        </a:spcBef>
                        <a:spcAft>
                          <a:spcPts val="0"/>
                        </a:spcAft>
                        <a:buNone/>
                      </a:pPr>
                      <a:r>
                        <a:t/>
                      </a:r>
                      <a:endParaRPr sz="1800">
                        <a:solidFill>
                          <a:schemeClr val="lt1"/>
                        </a:solidFill>
                        <a:latin typeface="Tahoma"/>
                        <a:ea typeface="Tahoma"/>
                        <a:cs typeface="Tahoma"/>
                        <a:sym typeface="Tahoma"/>
                      </a:endParaRPr>
                    </a:p>
                  </a:txBody>
                  <a:tcPr marT="45725" marB="45725" marR="91425" marL="91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8F6F6"/>
                    </a:solidFill>
                  </a:tcPr>
                </a:tc>
                <a:tc>
                  <a:txBody>
                    <a:bodyPr/>
                    <a:lstStyle/>
                    <a:p>
                      <a:pPr indent="0" lvl="0" marL="0" marR="0" rtl="0" algn="l">
                        <a:spcBef>
                          <a:spcPts val="0"/>
                        </a:spcBef>
                        <a:spcAft>
                          <a:spcPts val="0"/>
                        </a:spcAft>
                        <a:buNone/>
                      </a:pPr>
                      <a:r>
                        <a:t/>
                      </a:r>
                      <a:endParaRPr sz="1800">
                        <a:solidFill>
                          <a:schemeClr val="lt1"/>
                        </a:solidFill>
                        <a:latin typeface="Tahoma"/>
                        <a:ea typeface="Tahoma"/>
                        <a:cs typeface="Tahoma"/>
                        <a:sym typeface="Tahoma"/>
                      </a:endParaRPr>
                    </a:p>
                  </a:txBody>
                  <a:tcPr marT="45725" marB="45725" marR="91425" marL="91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8F6F6"/>
                    </a:solidFill>
                  </a:tcPr>
                </a:tc>
                <a:tc>
                  <a:txBody>
                    <a:bodyPr/>
                    <a:lstStyle/>
                    <a:p>
                      <a:pPr indent="0" lvl="0" marL="0" marR="0" rtl="0" algn="l">
                        <a:spcBef>
                          <a:spcPts val="0"/>
                        </a:spcBef>
                        <a:spcAft>
                          <a:spcPts val="0"/>
                        </a:spcAft>
                        <a:buNone/>
                      </a:pPr>
                      <a:r>
                        <a:t/>
                      </a:r>
                      <a:endParaRPr sz="1800">
                        <a:solidFill>
                          <a:schemeClr val="lt1"/>
                        </a:solidFill>
                        <a:latin typeface="Tahoma"/>
                        <a:ea typeface="Tahoma"/>
                        <a:cs typeface="Tahoma"/>
                        <a:sym typeface="Tahoma"/>
                      </a:endParaRPr>
                    </a:p>
                  </a:txBody>
                  <a:tcPr marT="45725" marB="45725" marR="91425" marL="91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8F6F6"/>
                    </a:solidFill>
                  </a:tcPr>
                </a:tc>
                <a:tc>
                  <a:txBody>
                    <a:bodyPr/>
                    <a:lstStyle/>
                    <a:p>
                      <a:pPr indent="0" lvl="0" marL="0" marR="0" rtl="0" algn="l">
                        <a:spcBef>
                          <a:spcPts val="0"/>
                        </a:spcBef>
                        <a:spcAft>
                          <a:spcPts val="0"/>
                        </a:spcAft>
                        <a:buNone/>
                      </a:pPr>
                      <a:r>
                        <a:t/>
                      </a:r>
                      <a:endParaRPr sz="1800">
                        <a:solidFill>
                          <a:schemeClr val="lt1"/>
                        </a:solidFill>
                        <a:latin typeface="Tahoma"/>
                        <a:ea typeface="Tahoma"/>
                        <a:cs typeface="Tahoma"/>
                        <a:sym typeface="Tahoma"/>
                      </a:endParaRPr>
                    </a:p>
                  </a:txBody>
                  <a:tcPr marT="45725" marB="45725" marR="91425" marL="91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8F6F6"/>
                    </a:solidFill>
                  </a:tcPr>
                </a:tc>
                <a:tc>
                  <a:txBody>
                    <a:bodyPr/>
                    <a:lstStyle/>
                    <a:p>
                      <a:pPr indent="0" lvl="0" marL="0" marR="0" rtl="0" algn="l">
                        <a:spcBef>
                          <a:spcPts val="0"/>
                        </a:spcBef>
                        <a:spcAft>
                          <a:spcPts val="0"/>
                        </a:spcAft>
                        <a:buNone/>
                      </a:pPr>
                      <a:r>
                        <a:t/>
                      </a:r>
                      <a:endParaRPr sz="1800">
                        <a:solidFill>
                          <a:schemeClr val="lt1"/>
                        </a:solidFill>
                        <a:latin typeface="Tahoma"/>
                        <a:ea typeface="Tahoma"/>
                        <a:cs typeface="Tahoma"/>
                        <a:sym typeface="Tahoma"/>
                      </a:endParaRPr>
                    </a:p>
                  </a:txBody>
                  <a:tcPr marT="45725" marB="45725" marR="91425" marL="91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8F6F6"/>
                    </a:solidFill>
                  </a:tcPr>
                </a:tc>
              </a:tr>
            </a:tbl>
          </a:graphicData>
        </a:graphic>
      </p:graphicFrame>
      <p:sp>
        <p:nvSpPr>
          <p:cNvPr id="108" name="Google Shape;108;p2"/>
          <p:cNvSpPr txBox="1"/>
          <p:nvPr/>
        </p:nvSpPr>
        <p:spPr>
          <a:xfrm>
            <a:off x="1222375" y="6488112"/>
            <a:ext cx="6408737" cy="369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2"/>
              </a:buClr>
              <a:buSzPts val="1800"/>
              <a:buFont typeface="Tahoma"/>
              <a:buNone/>
            </a:pPr>
            <a:r>
              <a:rPr b="0" i="0" lang="en-US" sz="1800" u="none" cap="none" strike="noStrike">
                <a:solidFill>
                  <a:schemeClr val="dk2"/>
                </a:solidFill>
                <a:latin typeface="Tahoma"/>
                <a:ea typeface="Tahoma"/>
                <a:cs typeface="Tahoma"/>
                <a:sym typeface="Tahoma"/>
              </a:rPr>
              <a:t>ρ</a:t>
            </a:r>
            <a:r>
              <a:rPr b="0" baseline="-25000" i="0" lang="en-US" sz="1800" u="none" cap="none" strike="noStrike">
                <a:solidFill>
                  <a:schemeClr val="dk2"/>
                </a:solidFill>
                <a:latin typeface="Tahoma"/>
                <a:ea typeface="Tahoma"/>
                <a:cs typeface="Tahoma"/>
                <a:sym typeface="Tahoma"/>
              </a:rPr>
              <a:t>i </a:t>
            </a:r>
            <a:r>
              <a:rPr b="0" i="0" lang="en-US" sz="1800" u="none" cap="none" strike="noStrike">
                <a:solidFill>
                  <a:schemeClr val="dk2"/>
                </a:solidFill>
                <a:latin typeface="Tahoma"/>
                <a:ea typeface="Tahoma"/>
                <a:cs typeface="Tahoma"/>
                <a:sym typeface="Tahoma"/>
              </a:rPr>
              <a:t>  coeficiente de autocorrelación rezago i    </a:t>
            </a:r>
            <a:endParaRPr/>
          </a:p>
        </p:txBody>
      </p:sp>
      <p:sp>
        <p:nvSpPr>
          <p:cNvPr id="109" name="Google Shape;109;p2"/>
          <p:cNvSpPr txBox="1"/>
          <p:nvPr/>
        </p:nvSpPr>
        <p:spPr>
          <a:xfrm>
            <a:off x="468312" y="44450"/>
            <a:ext cx="2386012" cy="83343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2"/>
              </a:buClr>
              <a:buSzPts val="4400"/>
              <a:buFont typeface="Tahoma"/>
              <a:buNone/>
            </a:pPr>
            <a:r>
              <a:rPr b="0" i="0" lang="en-US" sz="4400" u="none" cap="none" strike="noStrike">
                <a:solidFill>
                  <a:schemeClr val="lt2"/>
                </a:solidFill>
                <a:latin typeface="Tahoma"/>
                <a:ea typeface="Tahoma"/>
                <a:cs typeface="Tahoma"/>
                <a:sym typeface="Tahoma"/>
              </a:rPr>
              <a:t>Ejercicio</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3"/>
          <p:cNvSpPr txBox="1"/>
          <p:nvPr/>
        </p:nvSpPr>
        <p:spPr>
          <a:xfrm>
            <a:off x="271462" y="1268412"/>
            <a:ext cx="8601075" cy="4708525"/>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2) Genere y grafique los histogramas para los siguientes conjuntos de datos:</a:t>
            </a:r>
            <a:endParaRPr/>
          </a:p>
          <a:p>
            <a:pPr indent="0" lvl="0" marL="0" marR="0" rtl="0" algn="just">
              <a:lnSpc>
                <a:spcPct val="100000"/>
              </a:lnSpc>
              <a:spcBef>
                <a:spcPts val="0"/>
              </a:spcBef>
              <a:spcAft>
                <a:spcPts val="0"/>
              </a:spcAft>
              <a:buClr>
                <a:schemeClr val="lt1"/>
              </a:buClr>
              <a:buSzPts val="2000"/>
              <a:buFont typeface="Tahoma"/>
              <a:buNone/>
            </a:pPr>
            <a:r>
              <a:t/>
            </a:r>
            <a:endParaRPr b="0" i="0" sz="2000" u="none" cap="none" strike="noStrike">
              <a:solidFill>
                <a:srgbClr val="000000"/>
              </a:solidFill>
              <a:latin typeface="Calibri"/>
              <a:ea typeface="Calibri"/>
              <a:cs typeface="Calibri"/>
              <a:sym typeface="Calibri"/>
            </a:endParaRPr>
          </a:p>
          <a:p>
            <a:pPr indent="-127000" lvl="0" marL="0" marR="0" rtl="0" algn="just">
              <a:lnSpc>
                <a:spcPct val="100000"/>
              </a:lnSpc>
              <a:spcBef>
                <a:spcPts val="0"/>
              </a:spcBef>
              <a:spcAft>
                <a:spcPts val="0"/>
              </a:spcAft>
              <a:buClr>
                <a:srgbClr val="000000"/>
              </a:buClr>
              <a:buSzPts val="2000"/>
              <a:buFont typeface="Calibri"/>
              <a:buAutoNum type="alphaLcParenBoth"/>
            </a:pPr>
            <a:r>
              <a:rPr b="0" i="0" lang="en-US" sz="2000" u="none" cap="none" strike="noStrike">
                <a:solidFill>
                  <a:srgbClr val="000000"/>
                </a:solidFill>
                <a:latin typeface="Calibri"/>
                <a:ea typeface="Calibri"/>
                <a:cs typeface="Calibri"/>
                <a:sym typeface="Calibri"/>
              </a:rPr>
              <a:t>Precipitación agregada según las siete resoluciones de alta resolución temporal (10 minutos, 0.5 hr, 1 hr, 3 hr, 6 hr. 12 hr, 24 hr).</a:t>
            </a:r>
            <a:endParaRPr/>
          </a:p>
          <a:p>
            <a:pPr indent="-127000" lvl="0" marL="0" marR="0" rtl="0" algn="just">
              <a:lnSpc>
                <a:spcPct val="100000"/>
              </a:lnSpc>
              <a:spcBef>
                <a:spcPts val="0"/>
              </a:spcBef>
              <a:spcAft>
                <a:spcPts val="0"/>
              </a:spcAft>
              <a:buClr>
                <a:srgbClr val="000000"/>
              </a:buClr>
              <a:buSzPts val="2000"/>
              <a:buFont typeface="Calibri"/>
              <a:buAutoNum type="alphaLcParenBoth"/>
            </a:pPr>
            <a:r>
              <a:rPr b="0" i="0" lang="en-US" sz="2000" u="none" cap="none" strike="noStrike">
                <a:solidFill>
                  <a:srgbClr val="000000"/>
                </a:solidFill>
                <a:latin typeface="Calibri"/>
                <a:ea typeface="Calibri"/>
                <a:cs typeface="Calibri"/>
                <a:sym typeface="Calibri"/>
              </a:rPr>
              <a:t>Tiempos de no precipitación en las siete series de precipitación referidas para las series agregadas.</a:t>
            </a:r>
            <a:endParaRPr/>
          </a:p>
          <a:p>
            <a:pPr indent="-127000" lvl="0" marL="0" marR="0" rtl="0" algn="just">
              <a:lnSpc>
                <a:spcPct val="100000"/>
              </a:lnSpc>
              <a:spcBef>
                <a:spcPts val="0"/>
              </a:spcBef>
              <a:spcAft>
                <a:spcPts val="0"/>
              </a:spcAft>
              <a:buClr>
                <a:srgbClr val="000000"/>
              </a:buClr>
              <a:buSzPts val="2000"/>
              <a:buFont typeface="Calibri"/>
              <a:buAutoNum type="alphaLcParenBoth"/>
            </a:pPr>
            <a:r>
              <a:rPr b="0" i="0" lang="en-US" sz="2000" u="none" cap="none" strike="noStrike">
                <a:solidFill>
                  <a:srgbClr val="000000"/>
                </a:solidFill>
                <a:latin typeface="Calibri"/>
                <a:ea typeface="Calibri"/>
                <a:cs typeface="Calibri"/>
                <a:sym typeface="Calibri"/>
              </a:rPr>
              <a:t>Tiempo continuos de lluvia en las siete series de precipitación</a:t>
            </a:r>
            <a:endParaRPr/>
          </a:p>
          <a:p>
            <a:pPr indent="-127000" lvl="0" marL="0" marR="0" rtl="0" algn="just">
              <a:lnSpc>
                <a:spcPct val="100000"/>
              </a:lnSpc>
              <a:spcBef>
                <a:spcPts val="0"/>
              </a:spcBef>
              <a:spcAft>
                <a:spcPts val="0"/>
              </a:spcAft>
              <a:buClr>
                <a:srgbClr val="000000"/>
              </a:buClr>
              <a:buSzPts val="2000"/>
              <a:buFont typeface="Calibri"/>
              <a:buAutoNum type="alphaLcParenBoth"/>
            </a:pPr>
            <a:r>
              <a:rPr b="0" i="0" lang="en-US" sz="2000" u="none" cap="none" strike="noStrike">
                <a:solidFill>
                  <a:srgbClr val="000000"/>
                </a:solidFill>
                <a:latin typeface="Calibri"/>
                <a:ea typeface="Calibri"/>
                <a:cs typeface="Calibri"/>
                <a:sym typeface="Calibri"/>
              </a:rPr>
              <a:t>Para cada uno de los histogramas generados en los dos puntos anteriores dibuje en la misma gráfica la función de densidad de probabilidad (fdp) de tipo exponencial. Para esta inferencia estadística emplee el método de los momentos para estimar el parámetro de la fdp señalada. Analice y comente al respecto.</a:t>
            </a:r>
            <a:endParaRPr/>
          </a:p>
          <a:p>
            <a:pPr indent="-127000" lvl="0" marL="0" marR="0" rtl="0" algn="just">
              <a:lnSpc>
                <a:spcPct val="100000"/>
              </a:lnSpc>
              <a:spcBef>
                <a:spcPts val="0"/>
              </a:spcBef>
              <a:spcAft>
                <a:spcPts val="0"/>
              </a:spcAft>
              <a:buClr>
                <a:srgbClr val="000000"/>
              </a:buClr>
              <a:buSzPts val="2000"/>
              <a:buFont typeface="Calibri"/>
              <a:buAutoNum type="alphaLcParenBoth"/>
            </a:pPr>
            <a:r>
              <a:rPr b="0" i="0" lang="en-US" sz="2000" u="none" cap="none" strike="noStrike">
                <a:solidFill>
                  <a:srgbClr val="000000"/>
                </a:solidFill>
                <a:latin typeface="Calibri"/>
                <a:ea typeface="Calibri"/>
                <a:cs typeface="Calibri"/>
                <a:sym typeface="Calibri"/>
              </a:rPr>
              <a:t>Repetir el ejercicio anterior para períodos de tiempo de 5 años. Analice y comente sobre los resultados.</a:t>
            </a:r>
            <a:endParaRPr/>
          </a:p>
          <a:p>
            <a:pPr indent="0" lvl="0" marL="0" marR="0" rtl="0" algn="l">
              <a:lnSpc>
                <a:spcPct val="100000"/>
              </a:lnSpc>
              <a:spcBef>
                <a:spcPts val="0"/>
              </a:spcBef>
              <a:spcAft>
                <a:spcPts val="0"/>
              </a:spcAft>
              <a:buNone/>
            </a:pPr>
            <a:r>
              <a:t/>
            </a:r>
            <a:endParaRPr b="0" i="0" sz="2000" u="none">
              <a:solidFill>
                <a:srgbClr val="000000"/>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4"/>
          <p:cNvSpPr txBox="1"/>
          <p:nvPr>
            <p:ph type="title"/>
          </p:nvPr>
        </p:nvSpPr>
        <p:spPr>
          <a:xfrm>
            <a:off x="457200" y="292100"/>
            <a:ext cx="8229600" cy="13843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sz="4400">
              <a:solidFill>
                <a:schemeClr val="lt2"/>
              </a:solidFill>
              <a:latin typeface="Tahoma"/>
              <a:ea typeface="Tahoma"/>
              <a:cs typeface="Tahoma"/>
              <a:sym typeface="Tahoma"/>
            </a:endParaRPr>
          </a:p>
        </p:txBody>
      </p:sp>
      <p:sp>
        <p:nvSpPr>
          <p:cNvPr id="120" name="Google Shape;120;p4"/>
          <p:cNvSpPr txBox="1"/>
          <p:nvPr>
            <p:ph idx="1" type="body"/>
          </p:nvPr>
        </p:nvSpPr>
        <p:spPr>
          <a:xfrm>
            <a:off x="457200" y="1905000"/>
            <a:ext cx="8229600" cy="4114800"/>
          </a:xfrm>
          <a:prstGeom prst="rect">
            <a:avLst/>
          </a:prstGeom>
          <a:noFill/>
          <a:ln>
            <a:noFill/>
          </a:ln>
        </p:spPr>
        <p:txBody>
          <a:bodyPr anchorCtr="0" anchor="t" bIns="45700" lIns="91425" spcFirstLastPara="1" rIns="91425" wrap="square" tIns="45700">
            <a:noAutofit/>
          </a:bodyPr>
          <a:lstStyle/>
          <a:p>
            <a:pPr indent="-99059" lvl="0" marL="342900" marR="0" rtl="0" algn="l">
              <a:spcBef>
                <a:spcPts val="0"/>
              </a:spcBef>
              <a:spcAft>
                <a:spcPts val="0"/>
              </a:spcAft>
              <a:buClr>
                <a:schemeClr val="hlink"/>
              </a:buClr>
              <a:buSzPts val="3840"/>
              <a:buFont typeface="Tahoma"/>
              <a:buNone/>
            </a:pPr>
            <a:r>
              <a:t/>
            </a:r>
            <a:endParaRPr sz="3200">
              <a:solidFill>
                <a:schemeClr val="lt1"/>
              </a:solidFill>
              <a:latin typeface="Tahoma"/>
              <a:ea typeface="Tahoma"/>
              <a:cs typeface="Tahoma"/>
              <a:sym typeface="Tahoma"/>
            </a:endParaRPr>
          </a:p>
        </p:txBody>
      </p:sp>
      <p:sp>
        <p:nvSpPr>
          <p:cNvPr id="121" name="Google Shape;121;p4"/>
          <p:cNvSpPr txBox="1"/>
          <p:nvPr/>
        </p:nvSpPr>
        <p:spPr>
          <a:xfrm>
            <a:off x="457200" y="6245225"/>
            <a:ext cx="2133600" cy="47625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lt1"/>
              </a:buClr>
              <a:buSzPts val="1400"/>
              <a:buFont typeface="Arial"/>
              <a:buNone/>
            </a:pPr>
            <a:r>
              <a:rPr b="0" i="0" lang="en-US" sz="1400" u="none">
                <a:solidFill>
                  <a:schemeClr val="lt1"/>
                </a:solidFill>
                <a:latin typeface="Arial"/>
                <a:ea typeface="Arial"/>
                <a:cs typeface="Arial"/>
                <a:sym typeface="Arial"/>
              </a:rPr>
              <a:t>*</a:t>
            </a:r>
            <a:endParaRPr/>
          </a:p>
        </p:txBody>
      </p:sp>
      <p:sp>
        <p:nvSpPr>
          <p:cNvPr id="122" name="Google Shape;122;p4"/>
          <p:cNvSpPr txBox="1"/>
          <p:nvPr/>
        </p:nvSpPr>
        <p:spPr>
          <a:xfrm>
            <a:off x="6553200" y="6245225"/>
            <a:ext cx="2133600" cy="47625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lt1"/>
              </a:buClr>
              <a:buSzPts val="1400"/>
              <a:buFont typeface="Arial"/>
              <a:buNone/>
            </a:pPr>
            <a:fld id="{00000000-1234-1234-1234-123412341234}" type="slidenum">
              <a:rPr b="0" i="0" lang="en-US" sz="1400" u="none">
                <a:solidFill>
                  <a:schemeClr val="lt1"/>
                </a:solidFill>
                <a:latin typeface="Arial"/>
                <a:ea typeface="Arial"/>
                <a:cs typeface="Arial"/>
                <a:sym typeface="Arial"/>
              </a:rPr>
              <a:t>‹#›</a:t>
            </a:fld>
            <a:endParaRPr/>
          </a:p>
        </p:txBody>
      </p:sp>
      <p:pic>
        <p:nvPicPr>
          <p:cNvPr id="123" name="Google Shape;123;p4"/>
          <p:cNvPicPr preferRelativeResize="0"/>
          <p:nvPr/>
        </p:nvPicPr>
        <p:blipFill rotWithShape="1">
          <a:blip r:embed="rId3">
            <a:alphaModFix/>
          </a:blip>
          <a:srcRect b="0" l="0" r="0" t="0"/>
          <a:stretch/>
        </p:blipFill>
        <p:spPr>
          <a:xfrm>
            <a:off x="442912" y="714375"/>
            <a:ext cx="8258175" cy="5429250"/>
          </a:xfrm>
          <a:prstGeom prst="rect">
            <a:avLst/>
          </a:prstGeom>
          <a:noFill/>
          <a:ln>
            <a:noFill/>
          </a:ln>
        </p:spPr>
      </p:pic>
      <p:sp>
        <p:nvSpPr>
          <p:cNvPr id="124" name="Google Shape;124;p4"/>
          <p:cNvSpPr txBox="1"/>
          <p:nvPr/>
        </p:nvSpPr>
        <p:spPr>
          <a:xfrm>
            <a:off x="6262687" y="6445250"/>
            <a:ext cx="2703512"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200"/>
              <a:buFont typeface="Tahoma"/>
              <a:buNone/>
            </a:pPr>
            <a:r>
              <a:rPr b="0" i="0" lang="en-US" sz="1200" u="none">
                <a:solidFill>
                  <a:srgbClr val="FF0000"/>
                </a:solidFill>
                <a:latin typeface="Tahoma"/>
                <a:ea typeface="Tahoma"/>
                <a:cs typeface="Tahoma"/>
                <a:sym typeface="Tahoma"/>
              </a:rPr>
              <a:t>Fuente: Ven T Chow. Hidrología Aplicada</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5"/>
          <p:cNvSpPr txBox="1"/>
          <p:nvPr>
            <p:ph type="title"/>
          </p:nvPr>
        </p:nvSpPr>
        <p:spPr>
          <a:xfrm>
            <a:off x="457200" y="292100"/>
            <a:ext cx="8229600" cy="13843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sz="4400">
              <a:solidFill>
                <a:schemeClr val="lt2"/>
              </a:solidFill>
              <a:latin typeface="Tahoma"/>
              <a:ea typeface="Tahoma"/>
              <a:cs typeface="Tahoma"/>
              <a:sym typeface="Tahoma"/>
            </a:endParaRPr>
          </a:p>
        </p:txBody>
      </p:sp>
      <p:sp>
        <p:nvSpPr>
          <p:cNvPr id="130" name="Google Shape;130;p5"/>
          <p:cNvSpPr txBox="1"/>
          <p:nvPr>
            <p:ph idx="1" type="body"/>
          </p:nvPr>
        </p:nvSpPr>
        <p:spPr>
          <a:xfrm>
            <a:off x="457200" y="1905000"/>
            <a:ext cx="8229600" cy="4114800"/>
          </a:xfrm>
          <a:prstGeom prst="rect">
            <a:avLst/>
          </a:prstGeom>
          <a:noFill/>
          <a:ln>
            <a:noFill/>
          </a:ln>
        </p:spPr>
        <p:txBody>
          <a:bodyPr anchorCtr="0" anchor="t" bIns="45700" lIns="91425" spcFirstLastPara="1" rIns="91425" wrap="square" tIns="45700">
            <a:noAutofit/>
          </a:bodyPr>
          <a:lstStyle/>
          <a:p>
            <a:pPr indent="-99059" lvl="0" marL="342900" marR="0" rtl="0" algn="l">
              <a:spcBef>
                <a:spcPts val="0"/>
              </a:spcBef>
              <a:spcAft>
                <a:spcPts val="0"/>
              </a:spcAft>
              <a:buClr>
                <a:schemeClr val="hlink"/>
              </a:buClr>
              <a:buSzPts val="3840"/>
              <a:buFont typeface="Tahoma"/>
              <a:buNone/>
            </a:pPr>
            <a:r>
              <a:t/>
            </a:r>
            <a:endParaRPr sz="3200">
              <a:solidFill>
                <a:schemeClr val="lt1"/>
              </a:solidFill>
              <a:latin typeface="Tahoma"/>
              <a:ea typeface="Tahoma"/>
              <a:cs typeface="Tahoma"/>
              <a:sym typeface="Tahoma"/>
            </a:endParaRPr>
          </a:p>
        </p:txBody>
      </p:sp>
      <p:sp>
        <p:nvSpPr>
          <p:cNvPr id="131" name="Google Shape;131;p5"/>
          <p:cNvSpPr txBox="1"/>
          <p:nvPr/>
        </p:nvSpPr>
        <p:spPr>
          <a:xfrm>
            <a:off x="457200" y="6245225"/>
            <a:ext cx="2133600" cy="47625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lt1"/>
              </a:buClr>
              <a:buSzPts val="1400"/>
              <a:buFont typeface="Arial"/>
              <a:buNone/>
            </a:pPr>
            <a:r>
              <a:rPr b="0" i="0" lang="en-US" sz="1400" u="none">
                <a:solidFill>
                  <a:schemeClr val="lt1"/>
                </a:solidFill>
                <a:latin typeface="Arial"/>
                <a:ea typeface="Arial"/>
                <a:cs typeface="Arial"/>
                <a:sym typeface="Arial"/>
              </a:rPr>
              <a:t>*</a:t>
            </a:r>
            <a:endParaRPr/>
          </a:p>
        </p:txBody>
      </p:sp>
      <p:sp>
        <p:nvSpPr>
          <p:cNvPr id="132" name="Google Shape;132;p5"/>
          <p:cNvSpPr txBox="1"/>
          <p:nvPr/>
        </p:nvSpPr>
        <p:spPr>
          <a:xfrm>
            <a:off x="6553200" y="6245225"/>
            <a:ext cx="2133600" cy="47625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lt1"/>
              </a:buClr>
              <a:buSzPts val="1400"/>
              <a:buFont typeface="Arial"/>
              <a:buNone/>
            </a:pPr>
            <a:fld id="{00000000-1234-1234-1234-123412341234}" type="slidenum">
              <a:rPr b="0" i="0" lang="en-US" sz="1400" u="none">
                <a:solidFill>
                  <a:schemeClr val="lt1"/>
                </a:solidFill>
                <a:latin typeface="Arial"/>
                <a:ea typeface="Arial"/>
                <a:cs typeface="Arial"/>
                <a:sym typeface="Arial"/>
              </a:rPr>
              <a:t>‹#›</a:t>
            </a:fld>
            <a:endParaRPr/>
          </a:p>
        </p:txBody>
      </p:sp>
      <p:pic>
        <p:nvPicPr>
          <p:cNvPr id="133" name="Google Shape;133;p5"/>
          <p:cNvPicPr preferRelativeResize="0"/>
          <p:nvPr/>
        </p:nvPicPr>
        <p:blipFill rotWithShape="1">
          <a:blip r:embed="rId3">
            <a:alphaModFix/>
          </a:blip>
          <a:srcRect b="0" l="0" r="0" t="0"/>
          <a:stretch/>
        </p:blipFill>
        <p:spPr>
          <a:xfrm>
            <a:off x="223837" y="168275"/>
            <a:ext cx="8696325" cy="5524500"/>
          </a:xfrm>
          <a:prstGeom prst="rect">
            <a:avLst/>
          </a:prstGeom>
          <a:noFill/>
          <a:ln>
            <a:noFill/>
          </a:ln>
        </p:spPr>
      </p:pic>
      <p:sp>
        <p:nvSpPr>
          <p:cNvPr id="134" name="Google Shape;134;p5"/>
          <p:cNvSpPr txBox="1"/>
          <p:nvPr/>
        </p:nvSpPr>
        <p:spPr>
          <a:xfrm>
            <a:off x="6262687" y="6445250"/>
            <a:ext cx="2703512"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200"/>
              <a:buFont typeface="Tahoma"/>
              <a:buNone/>
            </a:pPr>
            <a:r>
              <a:rPr b="0" i="0" lang="en-US" sz="1200" u="none">
                <a:solidFill>
                  <a:srgbClr val="FF0000"/>
                </a:solidFill>
                <a:latin typeface="Tahoma"/>
                <a:ea typeface="Tahoma"/>
                <a:cs typeface="Tahoma"/>
                <a:sym typeface="Tahoma"/>
              </a:rPr>
              <a:t>Fuente: Ven T Chow. Hidrología Aplicada</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6"/>
          <p:cNvSpPr txBox="1"/>
          <p:nvPr/>
        </p:nvSpPr>
        <p:spPr>
          <a:xfrm>
            <a:off x="271462" y="1268412"/>
            <a:ext cx="8601075" cy="3170237"/>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000"/>
              <a:buFont typeface="Calibri"/>
              <a:buNone/>
            </a:pPr>
            <a:r>
              <a:rPr b="0" i="0" lang="en-US" sz="2000" u="none">
                <a:solidFill>
                  <a:srgbClr val="000000"/>
                </a:solidFill>
                <a:latin typeface="Calibri"/>
                <a:ea typeface="Calibri"/>
                <a:cs typeface="Calibri"/>
                <a:sym typeface="Calibri"/>
              </a:rPr>
              <a:t>3) Genere y grafique los histogramas para los siguientes conjuntos de datos:</a:t>
            </a:r>
            <a:endParaRPr/>
          </a:p>
          <a:p>
            <a:pPr indent="0" lvl="0" marL="0" marR="0" rtl="0" algn="just">
              <a:lnSpc>
                <a:spcPct val="100000"/>
              </a:lnSpc>
              <a:spcBef>
                <a:spcPts val="0"/>
              </a:spcBef>
              <a:spcAft>
                <a:spcPts val="0"/>
              </a:spcAft>
              <a:buClr>
                <a:schemeClr val="lt1"/>
              </a:buClr>
              <a:buSzPts val="2000"/>
              <a:buFont typeface="Tahoma"/>
              <a:buNone/>
            </a:pPr>
            <a:r>
              <a:t/>
            </a:r>
            <a:endParaRPr b="0" i="0" sz="2000" u="none">
              <a:solidFill>
                <a:srgbClr val="000000"/>
              </a:solidFill>
              <a:latin typeface="Calibri"/>
              <a:ea typeface="Calibri"/>
              <a:cs typeface="Calibri"/>
              <a:sym typeface="Calibri"/>
            </a:endParaRPr>
          </a:p>
          <a:p>
            <a:pPr indent="-127000" lvl="0" marL="0" marR="0" rtl="0" algn="just">
              <a:lnSpc>
                <a:spcPct val="100000"/>
              </a:lnSpc>
              <a:spcBef>
                <a:spcPts val="0"/>
              </a:spcBef>
              <a:spcAft>
                <a:spcPts val="0"/>
              </a:spcAft>
              <a:buClr>
                <a:srgbClr val="000000"/>
              </a:buClr>
              <a:buSzPts val="2000"/>
              <a:buFont typeface="Calibri"/>
              <a:buAutoNum type="alphaLcParenBoth"/>
            </a:pPr>
            <a:r>
              <a:rPr b="0" i="0" lang="en-US" sz="2000" u="none">
                <a:solidFill>
                  <a:srgbClr val="000000"/>
                </a:solidFill>
                <a:latin typeface="Calibri"/>
                <a:ea typeface="Calibri"/>
                <a:cs typeface="Calibri"/>
                <a:sym typeface="Calibri"/>
              </a:rPr>
              <a:t>Precipitación agregada a resolución mensual y anual</a:t>
            </a:r>
            <a:endParaRPr/>
          </a:p>
          <a:p>
            <a:pPr indent="-127000" lvl="0" marL="0" marR="0" rtl="0" algn="just">
              <a:lnSpc>
                <a:spcPct val="100000"/>
              </a:lnSpc>
              <a:spcBef>
                <a:spcPts val="0"/>
              </a:spcBef>
              <a:spcAft>
                <a:spcPts val="0"/>
              </a:spcAft>
              <a:buClr>
                <a:srgbClr val="000000"/>
              </a:buClr>
              <a:buSzPts val="2000"/>
              <a:buFont typeface="Calibri"/>
              <a:buAutoNum type="alphaLcParenBoth"/>
            </a:pPr>
            <a:r>
              <a:rPr b="0" i="0" lang="en-US" sz="2000" u="none">
                <a:solidFill>
                  <a:srgbClr val="000000"/>
                </a:solidFill>
                <a:latin typeface="Calibri"/>
                <a:ea typeface="Calibri"/>
                <a:cs typeface="Calibri"/>
                <a:sym typeface="Calibri"/>
              </a:rPr>
              <a:t>Caudal a resolución diaria, mensual y anual.</a:t>
            </a:r>
            <a:endParaRPr/>
          </a:p>
          <a:p>
            <a:pPr indent="-127000" lvl="0" marL="0" marR="0" rtl="0" algn="just">
              <a:lnSpc>
                <a:spcPct val="100000"/>
              </a:lnSpc>
              <a:spcBef>
                <a:spcPts val="0"/>
              </a:spcBef>
              <a:spcAft>
                <a:spcPts val="0"/>
              </a:spcAft>
              <a:buClr>
                <a:srgbClr val="000000"/>
              </a:buClr>
              <a:buSzPts val="2000"/>
              <a:buFont typeface="Calibri"/>
              <a:buAutoNum type="alphaLcParenBoth"/>
            </a:pPr>
            <a:r>
              <a:rPr b="0" i="0" lang="en-US" sz="2000" u="none">
                <a:solidFill>
                  <a:srgbClr val="000000"/>
                </a:solidFill>
                <a:latin typeface="Calibri"/>
                <a:ea typeface="Calibri"/>
                <a:cs typeface="Calibri"/>
                <a:sym typeface="Calibri"/>
              </a:rPr>
              <a:t>Para cada uno de los histogramas generados en los dos puntos anteriores dibuje en la misma gráfica varias funciones de densidad de probabilidad (fdp). Para esta inferencia estadística emplee el método de los momentos para estimar los parámetros respectivos de cada fdp. Analice y comente al respecto.</a:t>
            </a:r>
            <a:endParaRPr/>
          </a:p>
          <a:p>
            <a:pPr indent="0" lvl="0" marL="0" marR="0" rtl="0" algn="l">
              <a:lnSpc>
                <a:spcPct val="100000"/>
              </a:lnSpc>
              <a:spcBef>
                <a:spcPts val="0"/>
              </a:spcBef>
              <a:spcAft>
                <a:spcPts val="0"/>
              </a:spcAft>
              <a:buNone/>
            </a:pPr>
            <a:r>
              <a:t/>
            </a:r>
            <a:endParaRPr b="0" i="0" sz="2000" u="none">
              <a:solidFill>
                <a:srgbClr val="000000"/>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7"/>
          <p:cNvSpPr txBox="1"/>
          <p:nvPr/>
        </p:nvSpPr>
        <p:spPr>
          <a:xfrm>
            <a:off x="271462" y="1268412"/>
            <a:ext cx="8601075" cy="4708525"/>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000"/>
              <a:buFont typeface="Calibri"/>
              <a:buNone/>
            </a:pPr>
            <a:r>
              <a:rPr b="0" i="0" lang="en-US" sz="2000" u="none">
                <a:solidFill>
                  <a:srgbClr val="000000"/>
                </a:solidFill>
                <a:latin typeface="Calibri"/>
                <a:ea typeface="Calibri"/>
                <a:cs typeface="Calibri"/>
                <a:sym typeface="Calibri"/>
              </a:rPr>
              <a:t>4) Genere y grafique los histogramas para los siguientes conjuntos de datos:</a:t>
            </a:r>
            <a:endParaRPr/>
          </a:p>
          <a:p>
            <a:pPr indent="0" lvl="0" marL="0" marR="0" rtl="0" algn="just">
              <a:lnSpc>
                <a:spcPct val="100000"/>
              </a:lnSpc>
              <a:spcBef>
                <a:spcPts val="0"/>
              </a:spcBef>
              <a:spcAft>
                <a:spcPts val="0"/>
              </a:spcAft>
              <a:buClr>
                <a:schemeClr val="lt1"/>
              </a:buClr>
              <a:buSzPts val="2000"/>
              <a:buFont typeface="Tahoma"/>
              <a:buNone/>
            </a:pPr>
            <a:r>
              <a:t/>
            </a:r>
            <a:endParaRPr b="0" i="0" sz="2000" u="none">
              <a:solidFill>
                <a:srgbClr val="000000"/>
              </a:solidFill>
              <a:latin typeface="Calibri"/>
              <a:ea typeface="Calibri"/>
              <a:cs typeface="Calibri"/>
              <a:sym typeface="Calibri"/>
            </a:endParaRPr>
          </a:p>
          <a:p>
            <a:pPr indent="-127000" lvl="0" marL="0" marR="0" rtl="0" algn="just">
              <a:lnSpc>
                <a:spcPct val="100000"/>
              </a:lnSpc>
              <a:spcBef>
                <a:spcPts val="0"/>
              </a:spcBef>
              <a:spcAft>
                <a:spcPts val="0"/>
              </a:spcAft>
              <a:buClr>
                <a:srgbClr val="000000"/>
              </a:buClr>
              <a:buSzPts val="2000"/>
              <a:buFont typeface="Calibri"/>
              <a:buAutoNum type="alphaLcParenBoth"/>
            </a:pPr>
            <a:r>
              <a:rPr b="0" i="0" lang="en-US" sz="2000" u="none">
                <a:solidFill>
                  <a:srgbClr val="000000"/>
                </a:solidFill>
                <a:latin typeface="Calibri"/>
                <a:ea typeface="Calibri"/>
                <a:cs typeface="Calibri"/>
                <a:sym typeface="Calibri"/>
              </a:rPr>
              <a:t>Serie de tiempo de intensidades instantáneas máximas anual (de duración d) para cualquier estación pluviográfica (preferiblemente 30 años de datos).</a:t>
            </a:r>
            <a:endParaRPr/>
          </a:p>
          <a:p>
            <a:pPr indent="-127000" lvl="0" marL="0" marR="0" rtl="0" algn="just">
              <a:lnSpc>
                <a:spcPct val="100000"/>
              </a:lnSpc>
              <a:spcBef>
                <a:spcPts val="0"/>
              </a:spcBef>
              <a:spcAft>
                <a:spcPts val="0"/>
              </a:spcAft>
              <a:buClr>
                <a:srgbClr val="000000"/>
              </a:buClr>
              <a:buSzPts val="2000"/>
              <a:buFont typeface="Calibri"/>
              <a:buAutoNum type="alphaLcParenBoth"/>
            </a:pPr>
            <a:r>
              <a:rPr b="0" i="0" lang="en-US" sz="2000" u="none">
                <a:solidFill>
                  <a:srgbClr val="000000"/>
                </a:solidFill>
                <a:latin typeface="Calibri"/>
                <a:ea typeface="Calibri"/>
                <a:cs typeface="Calibri"/>
                <a:sym typeface="Calibri"/>
              </a:rPr>
              <a:t>Serie de tiempo de caudales instantáneos máximos anuales de cualquier estación hidrométrica.</a:t>
            </a:r>
            <a:endParaRPr/>
          </a:p>
          <a:p>
            <a:pPr indent="-127000" lvl="0" marL="0" marR="0" rtl="0" algn="just">
              <a:lnSpc>
                <a:spcPct val="100000"/>
              </a:lnSpc>
              <a:spcBef>
                <a:spcPts val="0"/>
              </a:spcBef>
              <a:spcAft>
                <a:spcPts val="0"/>
              </a:spcAft>
              <a:buClr>
                <a:srgbClr val="000000"/>
              </a:buClr>
              <a:buSzPts val="2000"/>
              <a:buFont typeface="Calibri"/>
              <a:buAutoNum type="alphaLcParenBoth"/>
            </a:pPr>
            <a:r>
              <a:rPr b="0" i="0" lang="en-US" sz="2000" u="none">
                <a:solidFill>
                  <a:srgbClr val="000000"/>
                </a:solidFill>
                <a:latin typeface="Calibri"/>
                <a:ea typeface="Calibri"/>
                <a:cs typeface="Calibri"/>
                <a:sym typeface="Calibri"/>
              </a:rPr>
              <a:t>Serie de tiempo de caudales máximos anuales extraídos de una serie de tiempo de caudales medios diarios.</a:t>
            </a:r>
            <a:endParaRPr/>
          </a:p>
          <a:p>
            <a:pPr indent="-127000" lvl="0" marL="0" marR="0" rtl="0" algn="just">
              <a:lnSpc>
                <a:spcPct val="100000"/>
              </a:lnSpc>
              <a:spcBef>
                <a:spcPts val="0"/>
              </a:spcBef>
              <a:spcAft>
                <a:spcPts val="0"/>
              </a:spcAft>
              <a:buClr>
                <a:srgbClr val="000000"/>
              </a:buClr>
              <a:buSzPts val="2000"/>
              <a:buFont typeface="Calibri"/>
              <a:buAutoNum type="alphaLcParenBoth"/>
            </a:pPr>
            <a:r>
              <a:rPr b="0" i="0" lang="en-US" sz="2000" u="none">
                <a:solidFill>
                  <a:srgbClr val="000000"/>
                </a:solidFill>
                <a:latin typeface="Calibri"/>
                <a:ea typeface="Calibri"/>
                <a:cs typeface="Calibri"/>
                <a:sym typeface="Calibri"/>
              </a:rPr>
              <a:t>Para cada uno de los histogramas generados en los tres puntos anteriores dibuje en la misma gráfica la función de densidad de probabilidad de valor extremo tipo I (Gumbel). Para esta inferencia estadística emplee el método de la máxima verosimilitud para estimar los parámetros respectivos de cada fdp. Analice y comente al respecto.</a:t>
            </a:r>
            <a:endParaRPr/>
          </a:p>
          <a:p>
            <a:pPr indent="0" lvl="0" marL="0" marR="0" rtl="0" algn="just">
              <a:lnSpc>
                <a:spcPct val="100000"/>
              </a:lnSpc>
              <a:spcBef>
                <a:spcPts val="0"/>
              </a:spcBef>
              <a:spcAft>
                <a:spcPts val="0"/>
              </a:spcAft>
              <a:buClr>
                <a:schemeClr val="lt1"/>
              </a:buClr>
              <a:buSzPts val="2000"/>
              <a:buFont typeface="Tahoma"/>
              <a:buNone/>
            </a:pPr>
            <a:r>
              <a:t/>
            </a:r>
            <a:endParaRPr b="0" i="0" sz="2000" u="none">
              <a:solidFill>
                <a:srgbClr val="000000"/>
              </a:solidFill>
              <a:latin typeface="Calibri"/>
              <a:ea typeface="Calibri"/>
              <a:cs typeface="Calibri"/>
              <a:sym typeface="Calibri"/>
            </a:endParaRPr>
          </a:p>
          <a:p>
            <a:pPr indent="0" lvl="0" marL="0" marR="0" rtl="0" algn="l">
              <a:lnSpc>
                <a:spcPct val="100000"/>
              </a:lnSpc>
              <a:spcBef>
                <a:spcPts val="0"/>
              </a:spcBef>
              <a:spcAft>
                <a:spcPts val="0"/>
              </a:spcAft>
              <a:buNone/>
            </a:pPr>
            <a:r>
              <a:t/>
            </a:r>
            <a:endParaRPr b="0" i="0" sz="2000" u="none">
              <a:solidFill>
                <a:srgbClr val="000000"/>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8"/>
          <p:cNvSpPr txBox="1"/>
          <p:nvPr/>
        </p:nvSpPr>
        <p:spPr>
          <a:xfrm>
            <a:off x="195737" y="72450"/>
            <a:ext cx="8601000" cy="28629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000"/>
              <a:buFont typeface="Calibri"/>
              <a:buNone/>
            </a:pPr>
            <a:r>
              <a:rPr b="0" i="0" lang="en-US" sz="2000" u="none">
                <a:solidFill>
                  <a:srgbClr val="000000"/>
                </a:solidFill>
                <a:latin typeface="Calibri"/>
                <a:ea typeface="Calibri"/>
                <a:cs typeface="Calibri"/>
                <a:sym typeface="Calibri"/>
              </a:rPr>
              <a:t>5) Empleando el archivo </a:t>
            </a:r>
            <a:r>
              <a:rPr b="1" i="1" lang="en-US" sz="2000" u="none">
                <a:solidFill>
                  <a:srgbClr val="000000"/>
                </a:solidFill>
                <a:latin typeface="Calibri"/>
                <a:ea typeface="Calibri"/>
                <a:cs typeface="Calibri"/>
                <a:sym typeface="Calibri"/>
              </a:rPr>
              <a:t>mdt_srtm.txt </a:t>
            </a:r>
            <a:r>
              <a:rPr b="0" i="0" lang="en-US" sz="2000" u="none">
                <a:solidFill>
                  <a:srgbClr val="000000"/>
                </a:solidFill>
                <a:latin typeface="Calibri"/>
                <a:ea typeface="Calibri"/>
                <a:cs typeface="Calibri"/>
                <a:sym typeface="Calibri"/>
              </a:rPr>
              <a:t>disponible en la carpetas del grupo teams, desarrolle</a:t>
            </a:r>
            <a:r>
              <a:rPr lang="en-US" sz="2000">
                <a:latin typeface="Calibri"/>
                <a:ea typeface="Calibri"/>
                <a:cs typeface="Calibri"/>
                <a:sym typeface="Calibri"/>
              </a:rPr>
              <a:t> un programa de computador (script) para </a:t>
            </a:r>
            <a:r>
              <a:rPr b="0" i="0" lang="en-US" sz="2000" u="none">
                <a:solidFill>
                  <a:srgbClr val="000000"/>
                </a:solidFill>
                <a:latin typeface="Calibri"/>
                <a:ea typeface="Calibri"/>
                <a:cs typeface="Calibri"/>
                <a:sym typeface="Calibri"/>
              </a:rPr>
              <a:t>estudiar la distribución del área para lo que algunos denominan “alta montaña colombiana” considerada para cotas topográficas superiores e iguales a 2800 msnl. Genere y grafique en un plano cartesiano la elevación topográficas versus área del territorio colombiano. Comente sobre los resultados.</a:t>
            </a:r>
            <a:endParaRPr b="0" i="0" sz="2000" u="none">
              <a:solidFill>
                <a:srgbClr val="000000"/>
              </a:solidFill>
              <a:latin typeface="Calibri"/>
              <a:ea typeface="Calibri"/>
              <a:cs typeface="Calibri"/>
              <a:sym typeface="Calibri"/>
            </a:endParaRPr>
          </a:p>
          <a:p>
            <a:pPr indent="0" lvl="0" marL="0" marR="0" rtl="0" algn="just">
              <a:lnSpc>
                <a:spcPct val="100000"/>
              </a:lnSpc>
              <a:spcBef>
                <a:spcPts val="0"/>
              </a:spcBef>
              <a:spcAft>
                <a:spcPts val="0"/>
              </a:spcAft>
              <a:buClr>
                <a:schemeClr val="lt1"/>
              </a:buClr>
              <a:buSzPts val="2000"/>
              <a:buFont typeface="Tahoma"/>
              <a:buNone/>
            </a:pPr>
            <a:r>
              <a:t/>
            </a:r>
            <a:endParaRPr b="0" i="0" sz="2000" u="none">
              <a:solidFill>
                <a:srgbClr val="000000"/>
              </a:solidFill>
              <a:latin typeface="Calibri"/>
              <a:ea typeface="Calibri"/>
              <a:cs typeface="Calibri"/>
              <a:sym typeface="Calibri"/>
            </a:endParaRPr>
          </a:p>
          <a:p>
            <a:pPr indent="0" lvl="0" marL="0" marR="0" rtl="0" algn="just">
              <a:lnSpc>
                <a:spcPct val="100000"/>
              </a:lnSpc>
              <a:spcBef>
                <a:spcPts val="0"/>
              </a:spcBef>
              <a:spcAft>
                <a:spcPts val="0"/>
              </a:spcAft>
              <a:buClr>
                <a:schemeClr val="lt1"/>
              </a:buClr>
              <a:buSzPts val="2000"/>
              <a:buFont typeface="Tahoma"/>
              <a:buNone/>
            </a:pPr>
            <a:r>
              <a:t/>
            </a:r>
            <a:endParaRPr b="0" i="0" sz="2000" u="none">
              <a:solidFill>
                <a:srgbClr val="000000"/>
              </a:solidFill>
              <a:latin typeface="Calibri"/>
              <a:ea typeface="Calibri"/>
              <a:cs typeface="Calibri"/>
              <a:sym typeface="Calibri"/>
            </a:endParaRPr>
          </a:p>
          <a:p>
            <a:pPr indent="0" lvl="0" marL="0" marR="0" rtl="0" algn="l">
              <a:lnSpc>
                <a:spcPct val="100000"/>
              </a:lnSpc>
              <a:spcBef>
                <a:spcPts val="0"/>
              </a:spcBef>
              <a:spcAft>
                <a:spcPts val="0"/>
              </a:spcAft>
              <a:buNone/>
            </a:pPr>
            <a:r>
              <a:t/>
            </a:r>
            <a:endParaRPr b="0" i="0" sz="2000" u="none">
              <a:solidFill>
                <a:srgbClr val="000000"/>
              </a:solidFill>
              <a:latin typeface="Calibri"/>
              <a:ea typeface="Calibri"/>
              <a:cs typeface="Calibri"/>
              <a:sym typeface="Calibri"/>
            </a:endParaRPr>
          </a:p>
        </p:txBody>
      </p:sp>
      <p:pic>
        <p:nvPicPr>
          <p:cNvPr id="150" name="Google Shape;150;p8"/>
          <p:cNvPicPr preferRelativeResize="0"/>
          <p:nvPr/>
        </p:nvPicPr>
        <p:blipFill>
          <a:blip r:embed="rId3">
            <a:alphaModFix/>
          </a:blip>
          <a:stretch>
            <a:fillRect/>
          </a:stretch>
        </p:blipFill>
        <p:spPr>
          <a:xfrm>
            <a:off x="44275" y="2507060"/>
            <a:ext cx="9099724" cy="443939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céano">
  <a:themeElements>
    <a:clrScheme name="Océano 1">
      <a:dk1>
        <a:srgbClr val="010199"/>
      </a:dk1>
      <a:lt1>
        <a:srgbClr val="FFFFFF"/>
      </a:lt1>
      <a:dk2>
        <a:srgbClr val="000099"/>
      </a:dk2>
      <a:lt2>
        <a:srgbClr val="FFFFFF"/>
      </a:lt2>
      <a:accent1>
        <a:srgbClr val="33CCCC"/>
      </a:accent1>
      <a:accent2>
        <a:srgbClr val="00C600"/>
      </a:accent2>
      <a:accent3>
        <a:srgbClr val="AAAACA"/>
      </a:accent3>
      <a:accent4>
        <a:srgbClr val="DADADA"/>
      </a:accent4>
      <a:accent5>
        <a:srgbClr val="ADE2E2"/>
      </a:accent5>
      <a:accent6>
        <a:srgbClr val="00B300"/>
      </a:accent6>
      <a:hlink>
        <a:srgbClr val="FFCC00"/>
      </a:hlink>
      <a:folHlink>
        <a:srgbClr val="6699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2_Océano">
  <a:themeElements>
    <a:clrScheme name="Océano 1">
      <a:dk1>
        <a:srgbClr val="010199"/>
      </a:dk1>
      <a:lt1>
        <a:srgbClr val="FFFFFF"/>
      </a:lt1>
      <a:dk2>
        <a:srgbClr val="000099"/>
      </a:dk2>
      <a:lt2>
        <a:srgbClr val="FFFFFF"/>
      </a:lt2>
      <a:accent1>
        <a:srgbClr val="33CCCC"/>
      </a:accent1>
      <a:accent2>
        <a:srgbClr val="00C600"/>
      </a:accent2>
      <a:accent3>
        <a:srgbClr val="AAAACA"/>
      </a:accent3>
      <a:accent4>
        <a:srgbClr val="DADADA"/>
      </a:accent4>
      <a:accent5>
        <a:srgbClr val="ADE2E2"/>
      </a:accent5>
      <a:accent6>
        <a:srgbClr val="00B300"/>
      </a:accent6>
      <a:hlink>
        <a:srgbClr val="FFCC00"/>
      </a:hlink>
      <a:folHlink>
        <a:srgbClr val="6699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1_Océano">
  <a:themeElements>
    <a:clrScheme name="Océano 1">
      <a:dk1>
        <a:srgbClr val="010199"/>
      </a:dk1>
      <a:lt1>
        <a:srgbClr val="FFFFFF"/>
      </a:lt1>
      <a:dk2>
        <a:srgbClr val="000099"/>
      </a:dk2>
      <a:lt2>
        <a:srgbClr val="FFFFFF"/>
      </a:lt2>
      <a:accent1>
        <a:srgbClr val="33CCCC"/>
      </a:accent1>
      <a:accent2>
        <a:srgbClr val="00C600"/>
      </a:accent2>
      <a:accent3>
        <a:srgbClr val="AAAACA"/>
      </a:accent3>
      <a:accent4>
        <a:srgbClr val="DADADA"/>
      </a:accent4>
      <a:accent5>
        <a:srgbClr val="ADE2E2"/>
      </a:accent5>
      <a:accent6>
        <a:srgbClr val="00B300"/>
      </a:accent6>
      <a:hlink>
        <a:srgbClr val="FFCC00"/>
      </a:hlink>
      <a:folHlink>
        <a:srgbClr val="6699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98BD7F2E97A94748AC23AACCD37F6D1E" ma:contentTypeVersion="3" ma:contentTypeDescription="Crear nuevo documento." ma:contentTypeScope="" ma:versionID="7b853fac8a5be424c1aa77b7c12aee39">
  <xsd:schema xmlns:xsd="http://www.w3.org/2001/XMLSchema" xmlns:xs="http://www.w3.org/2001/XMLSchema" xmlns:p="http://schemas.microsoft.com/office/2006/metadata/properties" xmlns:ns2="3b4876ae-f073-4897-a729-3c87feaaaa20" targetNamespace="http://schemas.microsoft.com/office/2006/metadata/properties" ma:root="true" ma:fieldsID="44150612054c73628d379b3f87659960" ns2:_="">
    <xsd:import namespace="3b4876ae-f073-4897-a729-3c87feaaaa20"/>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b4876ae-f073-4897-a729-3c87feaaaa2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1A645F48-42FE-43DD-B28A-9AAE267B33A0}"/>
</file>

<file path=customXml/itemProps2.xml><?xml version="1.0" encoding="utf-8"?>
<ds:datastoreItem xmlns:ds="http://schemas.openxmlformats.org/officeDocument/2006/customXml" ds:itemID="{08E79139-7320-453A-9FC6-6CFDA1BB1D57}"/>
</file>

<file path=customXml/itemProps3.xml><?xml version="1.0" encoding="utf-8"?>
<ds:datastoreItem xmlns:ds="http://schemas.openxmlformats.org/officeDocument/2006/customXml" ds:itemID="{F155BF93-8F3D-4E7E-89AF-792840022840}"/>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Victor Manuel Peñaranda Vélez</dc:creator>
  <dcterms:created xsi:type="dcterms:W3CDTF">2008-04-07T21:23:07Z</dcterms:creat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0x01010098BD7F2E97A94748AC23AACCD37F6D1E</vt:lpwstr>
  </property>
</Properties>
</file>